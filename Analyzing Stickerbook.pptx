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Figtree"/>
      <p:regular r:id="rId17"/>
      <p:bold r:id="rId18"/>
      <p:italic r:id="rId19"/>
      <p:boldItalic r:id="rId20"/>
    </p:embeddedFont>
    <p:embeddedFont>
      <p:font typeface="Plus Jakarta Sans"/>
      <p:regular r:id="rId21"/>
      <p:bold r:id="rId22"/>
      <p:italic r:id="rId23"/>
      <p:boldItalic r:id="rId24"/>
    </p:embeddedFont>
    <p:embeddedFont>
      <p:font typeface="Inter"/>
      <p:regular r:id="rId25"/>
      <p:bold r:id="rId26"/>
      <p:italic r:id="rId27"/>
      <p:boldItalic r:id="rId28"/>
    </p:embeddedFont>
    <p:embeddedFont>
      <p:font typeface="Plus Jakarta Sans Medium"/>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Figtree-boldItalic.fntdata"/><Relationship Id="rId22" Type="http://schemas.openxmlformats.org/officeDocument/2006/relationships/font" Target="fonts/PlusJakartaSans-bold.fntdata"/><Relationship Id="rId21" Type="http://schemas.openxmlformats.org/officeDocument/2006/relationships/font" Target="fonts/PlusJakartaSans-regular.fntdata"/><Relationship Id="rId24" Type="http://schemas.openxmlformats.org/officeDocument/2006/relationships/font" Target="fonts/PlusJakartaSans-boldItalic.fntdata"/><Relationship Id="rId23" Type="http://schemas.openxmlformats.org/officeDocument/2006/relationships/font" Target="fonts/PlusJakartaSans-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Inter-bold.fntdata"/><Relationship Id="rId25" Type="http://schemas.openxmlformats.org/officeDocument/2006/relationships/font" Target="fonts/Inter-regular.fntdata"/><Relationship Id="rId28" Type="http://schemas.openxmlformats.org/officeDocument/2006/relationships/font" Target="fonts/Inter-boldItalic.fntdata"/><Relationship Id="rId27" Type="http://schemas.openxmlformats.org/officeDocument/2006/relationships/font" Target="fonts/Inter-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lusJakartaSansMedium-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lusJakartaSansMedium-italic.fntdata"/><Relationship Id="rId30" Type="http://schemas.openxmlformats.org/officeDocument/2006/relationships/font" Target="fonts/PlusJakartaSansMedium-bold.fntdata"/><Relationship Id="rId11" Type="http://schemas.openxmlformats.org/officeDocument/2006/relationships/slide" Target="slides/slide6.xml"/><Relationship Id="rId10" Type="http://schemas.openxmlformats.org/officeDocument/2006/relationships/slide" Target="slides/slide5.xml"/><Relationship Id="rId32" Type="http://schemas.openxmlformats.org/officeDocument/2006/relationships/font" Target="fonts/PlusJakartaSansMedium-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Figtree-regular.fntdata"/><Relationship Id="rId16" Type="http://schemas.openxmlformats.org/officeDocument/2006/relationships/slide" Target="slides/slide11.xml"/><Relationship Id="rId19" Type="http://schemas.openxmlformats.org/officeDocument/2006/relationships/font" Target="fonts/Figtree-italic.fntdata"/><Relationship Id="rId18" Type="http://schemas.openxmlformats.org/officeDocument/2006/relationships/font" Target="fonts/Figtree-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caa5f27bd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3caa5f27bd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caa5f27bd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3caa5f27bd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86b535b20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386b535b20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caa5f27bd2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3caa5f27bd2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386b535b209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386b535b209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3caa5f27bd2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3caa5f27bd2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Say type at end due to nimbers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3caa5f27bd2_0_10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3caa5f27bd2_0_10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3caa5f27bd2_0_1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7" name="Google Shape;537;g3caa5f27bd2_0_1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386b535b209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9" name="Google Shape;549;g386b535b209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g3d564bb2afc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5" name="Google Shape;585;g3d564bb2afc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g3caa5f27bd2_0_12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8" name="Google Shape;608;g3caa5f27bd2_0_12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blank">
  <p:cSld name="BLANK">
    <p:bg>
      <p:bgPr>
        <a:solidFill>
          <a:schemeClr val="accent5"/>
        </a:solidFill>
      </p:bgPr>
    </p:bg>
    <p:spTree>
      <p:nvGrpSpPr>
        <p:cNvPr id="8" name="Shape 8"/>
        <p:cNvGrpSpPr/>
        <p:nvPr/>
      </p:nvGrpSpPr>
      <p:grpSpPr>
        <a:xfrm>
          <a:off x="0" y="0"/>
          <a:ext cx="0" cy="0"/>
          <a:chOff x="0" y="0"/>
          <a:chExt cx="0" cy="0"/>
        </a:xfrm>
      </p:grpSpPr>
      <p:sp>
        <p:nvSpPr>
          <p:cNvPr id="9" name="Google Shape;9;p2"/>
          <p:cNvSpPr/>
          <p:nvPr/>
        </p:nvSpPr>
        <p:spPr>
          <a:xfrm>
            <a:off x="6849412" y="229900"/>
            <a:ext cx="2068500" cy="2068500"/>
          </a:xfrm>
          <a:prstGeom prst="roundRect">
            <a:avLst>
              <a:gd fmla="val 12219"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2"/>
              </a:solidFill>
              <a:latin typeface="Plus Jakarta Sans"/>
              <a:ea typeface="Plus Jakarta Sans"/>
              <a:cs typeface="Plus Jakarta Sans"/>
              <a:sym typeface="Plus Jakarta Sans"/>
            </a:endParaRPr>
          </a:p>
        </p:txBody>
      </p:sp>
      <p:sp>
        <p:nvSpPr>
          <p:cNvPr id="10" name="Google Shape;10;p2"/>
          <p:cNvSpPr/>
          <p:nvPr/>
        </p:nvSpPr>
        <p:spPr>
          <a:xfrm>
            <a:off x="228600" y="229900"/>
            <a:ext cx="4349400" cy="4683600"/>
          </a:xfrm>
          <a:prstGeom prst="roundRect">
            <a:avLst>
              <a:gd fmla="val 5845"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2"/>
              </a:solidFill>
              <a:latin typeface="Plus Jakarta Sans"/>
              <a:ea typeface="Plus Jakarta Sans"/>
              <a:cs typeface="Plus Jakarta Sans"/>
              <a:sym typeface="Plus Jakarta Sans"/>
            </a:endParaRPr>
          </a:p>
        </p:txBody>
      </p:sp>
      <p:sp>
        <p:nvSpPr>
          <p:cNvPr id="11" name="Google Shape;11;p2"/>
          <p:cNvSpPr/>
          <p:nvPr/>
        </p:nvSpPr>
        <p:spPr>
          <a:xfrm>
            <a:off x="4679587" y="229900"/>
            <a:ext cx="2068500" cy="2068500"/>
          </a:xfrm>
          <a:prstGeom prst="roundRect">
            <a:avLst>
              <a:gd fmla="val 12219"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2"/>
                </a:solidFill>
                <a:latin typeface="Plus Jakarta Sans"/>
                <a:ea typeface="Plus Jakarta Sans"/>
                <a:cs typeface="Plus Jakarta Sans"/>
                <a:sym typeface="Plus Jakarta Sans"/>
              </a:rPr>
              <a:t> </a:t>
            </a:r>
            <a:endParaRPr>
              <a:solidFill>
                <a:schemeClr val="accent2"/>
              </a:solidFill>
              <a:latin typeface="Plus Jakarta Sans"/>
              <a:ea typeface="Plus Jakarta Sans"/>
              <a:cs typeface="Plus Jakarta Sans"/>
              <a:sym typeface="Plus Jakarta Sans"/>
            </a:endParaRPr>
          </a:p>
        </p:txBody>
      </p:sp>
      <p:sp>
        <p:nvSpPr>
          <p:cNvPr id="12" name="Google Shape;12;p2"/>
          <p:cNvSpPr/>
          <p:nvPr/>
        </p:nvSpPr>
        <p:spPr>
          <a:xfrm>
            <a:off x="4679599" y="2404695"/>
            <a:ext cx="4238400" cy="2508900"/>
          </a:xfrm>
          <a:prstGeom prst="roundRect">
            <a:avLst>
              <a:gd fmla="val 10138"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2"/>
              </a:solidFill>
              <a:latin typeface="Inter"/>
              <a:ea typeface="Inter"/>
              <a:cs typeface="Inter"/>
              <a:sym typeface="Inter"/>
            </a:endParaRPr>
          </a:p>
        </p:txBody>
      </p:sp>
      <p:grpSp>
        <p:nvGrpSpPr>
          <p:cNvPr id="13" name="Google Shape;13;p2"/>
          <p:cNvGrpSpPr/>
          <p:nvPr/>
        </p:nvGrpSpPr>
        <p:grpSpPr>
          <a:xfrm>
            <a:off x="4524845" y="724771"/>
            <a:ext cx="2377504" cy="1078596"/>
            <a:chOff x="4571989" y="769200"/>
            <a:chExt cx="2320422" cy="1052700"/>
          </a:xfrm>
        </p:grpSpPr>
        <p:sp>
          <p:nvSpPr>
            <p:cNvPr id="14" name="Google Shape;14;p2"/>
            <p:cNvSpPr/>
            <p:nvPr/>
          </p:nvSpPr>
          <p:spPr>
            <a:xfrm>
              <a:off x="5691810" y="769200"/>
              <a:ext cx="1200600" cy="1052700"/>
            </a:xfrm>
            <a:prstGeom prst="pie">
              <a:avLst>
                <a:gd fmla="val 5410573" name="adj1"/>
                <a:gd fmla="val 1620000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2"/>
                </a:solidFill>
                <a:latin typeface="Plus Jakarta Sans"/>
                <a:ea typeface="Plus Jakarta Sans"/>
                <a:cs typeface="Plus Jakarta Sans"/>
                <a:sym typeface="Plus Jakarta Sans"/>
              </a:endParaRPr>
            </a:p>
          </p:txBody>
        </p:sp>
        <p:sp>
          <p:nvSpPr>
            <p:cNvPr id="15" name="Google Shape;15;p2"/>
            <p:cNvSpPr/>
            <p:nvPr/>
          </p:nvSpPr>
          <p:spPr>
            <a:xfrm flipH="1">
              <a:off x="4571989" y="769200"/>
              <a:ext cx="1200600" cy="1052700"/>
            </a:xfrm>
            <a:prstGeom prst="pie">
              <a:avLst>
                <a:gd fmla="val 5410573" name="adj1"/>
                <a:gd fmla="val 1620000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2"/>
                </a:solidFill>
                <a:latin typeface="Plus Jakarta Sans"/>
                <a:ea typeface="Plus Jakarta Sans"/>
                <a:cs typeface="Plus Jakarta Sans"/>
                <a:sym typeface="Plus Jakarta Sans"/>
              </a:endParaRPr>
            </a:p>
          </p:txBody>
        </p:sp>
      </p:grpSp>
      <p:grpSp>
        <p:nvGrpSpPr>
          <p:cNvPr id="16" name="Google Shape;16;p2"/>
          <p:cNvGrpSpPr/>
          <p:nvPr/>
        </p:nvGrpSpPr>
        <p:grpSpPr>
          <a:xfrm>
            <a:off x="7352898" y="762044"/>
            <a:ext cx="1061865" cy="1004215"/>
            <a:chOff x="7312075" y="834700"/>
            <a:chExt cx="1022400" cy="966799"/>
          </a:xfrm>
        </p:grpSpPr>
        <p:sp>
          <p:nvSpPr>
            <p:cNvPr id="17" name="Google Shape;17;p2"/>
            <p:cNvSpPr/>
            <p:nvPr/>
          </p:nvSpPr>
          <p:spPr>
            <a:xfrm>
              <a:off x="7312075" y="834700"/>
              <a:ext cx="1022400" cy="438000"/>
            </a:xfrm>
            <a:prstGeom prst="roundRect">
              <a:avLst>
                <a:gd fmla="val 50000" name="adj"/>
              </a:avLst>
            </a:prstGeom>
            <a:noFill/>
            <a:ln cap="flat" cmpd="sng" w="1143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2"/>
                </a:solidFill>
                <a:latin typeface="Inter"/>
                <a:ea typeface="Inter"/>
                <a:cs typeface="Inter"/>
                <a:sym typeface="Inter"/>
              </a:endParaRPr>
            </a:p>
          </p:txBody>
        </p:sp>
        <p:sp>
          <p:nvSpPr>
            <p:cNvPr id="18" name="Google Shape;18;p2"/>
            <p:cNvSpPr/>
            <p:nvPr/>
          </p:nvSpPr>
          <p:spPr>
            <a:xfrm>
              <a:off x="7312075" y="1363499"/>
              <a:ext cx="1022400" cy="438000"/>
            </a:xfrm>
            <a:prstGeom prst="roundRect">
              <a:avLst>
                <a:gd fmla="val 50000" name="adj"/>
              </a:avLst>
            </a:prstGeom>
            <a:noFill/>
            <a:ln cap="flat" cmpd="sng" w="1143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2"/>
                </a:solidFill>
                <a:latin typeface="Inter"/>
                <a:ea typeface="Inter"/>
                <a:cs typeface="Inter"/>
                <a:sym typeface="Inter"/>
              </a:endParaRPr>
            </a:p>
          </p:txBody>
        </p:sp>
      </p:grpSp>
      <p:sp>
        <p:nvSpPr>
          <p:cNvPr id="19" name="Google Shape;19;p2"/>
          <p:cNvSpPr txBox="1"/>
          <p:nvPr>
            <p:ph idx="1" type="subTitle"/>
          </p:nvPr>
        </p:nvSpPr>
        <p:spPr>
          <a:xfrm>
            <a:off x="4897375" y="2609925"/>
            <a:ext cx="3679800" cy="4527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1pPr>
            <a:lvl2pPr lvl="1">
              <a:lnSpc>
                <a:spcPct val="115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2pPr>
            <a:lvl3pPr lvl="2">
              <a:lnSpc>
                <a:spcPct val="115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3pPr>
            <a:lvl4pPr lvl="3">
              <a:lnSpc>
                <a:spcPct val="115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4pPr>
            <a:lvl5pPr lvl="4">
              <a:lnSpc>
                <a:spcPct val="115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5pPr>
            <a:lvl6pPr lvl="5">
              <a:lnSpc>
                <a:spcPct val="115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6pPr>
            <a:lvl7pPr lvl="6">
              <a:lnSpc>
                <a:spcPct val="115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7pPr>
            <a:lvl8pPr lvl="7">
              <a:lnSpc>
                <a:spcPct val="115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8pPr>
            <a:lvl9pPr lvl="8">
              <a:lnSpc>
                <a:spcPct val="115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9pPr>
          </a:lstStyle>
          <a:p/>
        </p:txBody>
      </p:sp>
      <p:sp>
        <p:nvSpPr>
          <p:cNvPr id="20" name="Google Shape;20;p2"/>
          <p:cNvSpPr txBox="1"/>
          <p:nvPr>
            <p:ph type="title"/>
          </p:nvPr>
        </p:nvSpPr>
        <p:spPr>
          <a:xfrm>
            <a:off x="563400" y="3695700"/>
            <a:ext cx="3679800" cy="9384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4600">
                <a:solidFill>
                  <a:schemeClr val="accent5"/>
                </a:solidFill>
                <a:latin typeface="Plus Jakarta Sans Medium"/>
                <a:ea typeface="Plus Jakarta Sans Medium"/>
                <a:cs typeface="Plus Jakarta Sans Medium"/>
                <a:sym typeface="Plus Jakarta Sans Medium"/>
              </a:defRPr>
            </a:lvl1pPr>
            <a:lvl2pPr lvl="1">
              <a:lnSpc>
                <a:spcPct val="90000"/>
              </a:lnSpc>
              <a:spcBef>
                <a:spcPts val="0"/>
              </a:spcBef>
              <a:spcAft>
                <a:spcPts val="0"/>
              </a:spcAft>
              <a:buNone/>
              <a:defRPr sz="4600">
                <a:solidFill>
                  <a:schemeClr val="accent5"/>
                </a:solidFill>
                <a:latin typeface="Plus Jakarta Sans Medium"/>
                <a:ea typeface="Plus Jakarta Sans Medium"/>
                <a:cs typeface="Plus Jakarta Sans Medium"/>
                <a:sym typeface="Plus Jakarta Sans Medium"/>
              </a:defRPr>
            </a:lvl2pPr>
            <a:lvl3pPr lvl="2">
              <a:lnSpc>
                <a:spcPct val="90000"/>
              </a:lnSpc>
              <a:spcBef>
                <a:spcPts val="0"/>
              </a:spcBef>
              <a:spcAft>
                <a:spcPts val="0"/>
              </a:spcAft>
              <a:buNone/>
              <a:defRPr sz="4600">
                <a:solidFill>
                  <a:schemeClr val="accent5"/>
                </a:solidFill>
                <a:latin typeface="Plus Jakarta Sans Medium"/>
                <a:ea typeface="Plus Jakarta Sans Medium"/>
                <a:cs typeface="Plus Jakarta Sans Medium"/>
                <a:sym typeface="Plus Jakarta Sans Medium"/>
              </a:defRPr>
            </a:lvl3pPr>
            <a:lvl4pPr lvl="3">
              <a:lnSpc>
                <a:spcPct val="90000"/>
              </a:lnSpc>
              <a:spcBef>
                <a:spcPts val="0"/>
              </a:spcBef>
              <a:spcAft>
                <a:spcPts val="0"/>
              </a:spcAft>
              <a:buNone/>
              <a:defRPr sz="4600">
                <a:solidFill>
                  <a:schemeClr val="accent5"/>
                </a:solidFill>
                <a:latin typeface="Plus Jakarta Sans Medium"/>
                <a:ea typeface="Plus Jakarta Sans Medium"/>
                <a:cs typeface="Plus Jakarta Sans Medium"/>
                <a:sym typeface="Plus Jakarta Sans Medium"/>
              </a:defRPr>
            </a:lvl4pPr>
            <a:lvl5pPr lvl="4">
              <a:lnSpc>
                <a:spcPct val="90000"/>
              </a:lnSpc>
              <a:spcBef>
                <a:spcPts val="0"/>
              </a:spcBef>
              <a:spcAft>
                <a:spcPts val="0"/>
              </a:spcAft>
              <a:buNone/>
              <a:defRPr sz="4600">
                <a:solidFill>
                  <a:schemeClr val="accent5"/>
                </a:solidFill>
                <a:latin typeface="Plus Jakarta Sans Medium"/>
                <a:ea typeface="Plus Jakarta Sans Medium"/>
                <a:cs typeface="Plus Jakarta Sans Medium"/>
                <a:sym typeface="Plus Jakarta Sans Medium"/>
              </a:defRPr>
            </a:lvl5pPr>
            <a:lvl6pPr lvl="5">
              <a:lnSpc>
                <a:spcPct val="90000"/>
              </a:lnSpc>
              <a:spcBef>
                <a:spcPts val="0"/>
              </a:spcBef>
              <a:spcAft>
                <a:spcPts val="0"/>
              </a:spcAft>
              <a:buNone/>
              <a:defRPr sz="4600">
                <a:solidFill>
                  <a:schemeClr val="accent5"/>
                </a:solidFill>
                <a:latin typeface="Plus Jakarta Sans Medium"/>
                <a:ea typeface="Plus Jakarta Sans Medium"/>
                <a:cs typeface="Plus Jakarta Sans Medium"/>
                <a:sym typeface="Plus Jakarta Sans Medium"/>
              </a:defRPr>
            </a:lvl6pPr>
            <a:lvl7pPr lvl="6">
              <a:lnSpc>
                <a:spcPct val="90000"/>
              </a:lnSpc>
              <a:spcBef>
                <a:spcPts val="0"/>
              </a:spcBef>
              <a:spcAft>
                <a:spcPts val="0"/>
              </a:spcAft>
              <a:buNone/>
              <a:defRPr sz="4600">
                <a:solidFill>
                  <a:schemeClr val="accent5"/>
                </a:solidFill>
                <a:latin typeface="Plus Jakarta Sans Medium"/>
                <a:ea typeface="Plus Jakarta Sans Medium"/>
                <a:cs typeface="Plus Jakarta Sans Medium"/>
                <a:sym typeface="Plus Jakarta Sans Medium"/>
              </a:defRPr>
            </a:lvl7pPr>
            <a:lvl8pPr lvl="7">
              <a:lnSpc>
                <a:spcPct val="90000"/>
              </a:lnSpc>
              <a:spcBef>
                <a:spcPts val="0"/>
              </a:spcBef>
              <a:spcAft>
                <a:spcPts val="0"/>
              </a:spcAft>
              <a:buNone/>
              <a:defRPr sz="4600">
                <a:solidFill>
                  <a:schemeClr val="accent5"/>
                </a:solidFill>
                <a:latin typeface="Plus Jakarta Sans Medium"/>
                <a:ea typeface="Plus Jakarta Sans Medium"/>
                <a:cs typeface="Plus Jakarta Sans Medium"/>
                <a:sym typeface="Plus Jakarta Sans Medium"/>
              </a:defRPr>
            </a:lvl8pPr>
            <a:lvl9pPr lvl="8">
              <a:lnSpc>
                <a:spcPct val="90000"/>
              </a:lnSpc>
              <a:spcBef>
                <a:spcPts val="0"/>
              </a:spcBef>
              <a:spcAft>
                <a:spcPts val="0"/>
              </a:spcAft>
              <a:buNone/>
              <a:defRPr sz="4600">
                <a:solidFill>
                  <a:schemeClr val="accent5"/>
                </a:solidFill>
                <a:latin typeface="Plus Jakarta Sans Medium"/>
                <a:ea typeface="Plus Jakarta Sans Medium"/>
                <a:cs typeface="Plus Jakarta Sans Medium"/>
                <a:sym typeface="Plus Jakarta Sans Medium"/>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ALT">
  <p:cSld name="BLANK_1_2">
    <p:bg>
      <p:bgPr>
        <a:solidFill>
          <a:schemeClr val="accent5"/>
        </a:solidFill>
      </p:bgPr>
    </p:bg>
    <p:spTree>
      <p:nvGrpSpPr>
        <p:cNvPr id="21" name="Shape 21"/>
        <p:cNvGrpSpPr/>
        <p:nvPr/>
      </p:nvGrpSpPr>
      <p:grpSpPr>
        <a:xfrm>
          <a:off x="0" y="0"/>
          <a:ext cx="0" cy="0"/>
          <a:chOff x="0" y="0"/>
          <a:chExt cx="0" cy="0"/>
        </a:xfrm>
      </p:grpSpPr>
      <p:sp>
        <p:nvSpPr>
          <p:cNvPr id="22" name="Google Shape;22;p3"/>
          <p:cNvSpPr/>
          <p:nvPr/>
        </p:nvSpPr>
        <p:spPr>
          <a:xfrm rot="5400000">
            <a:off x="-285900" y="285900"/>
            <a:ext cx="5143500" cy="4571700"/>
          </a:xfrm>
          <a:prstGeom prst="round2SameRect">
            <a:avLst>
              <a:gd fmla="val 7676" name="adj1"/>
              <a:gd fmla="val 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1"/>
              </a:solidFill>
              <a:latin typeface="Inter"/>
              <a:ea typeface="Inter"/>
              <a:cs typeface="Inter"/>
              <a:sym typeface="Inter"/>
            </a:endParaRPr>
          </a:p>
        </p:txBody>
      </p:sp>
      <p:sp>
        <p:nvSpPr>
          <p:cNvPr id="23" name="Google Shape;23;p3"/>
          <p:cNvSpPr txBox="1"/>
          <p:nvPr>
            <p:ph type="title"/>
          </p:nvPr>
        </p:nvSpPr>
        <p:spPr>
          <a:xfrm>
            <a:off x="228600" y="228600"/>
            <a:ext cx="3713100" cy="1108200"/>
          </a:xfrm>
          <a:prstGeom prst="rect">
            <a:avLst/>
          </a:prstGeom>
        </p:spPr>
        <p:txBody>
          <a:bodyPr anchorCtr="0" anchor="t" bIns="0" lIns="0" spcFirstLastPara="1" rIns="0" wrap="square" tIns="0">
            <a:spAutoFit/>
          </a:bodyPr>
          <a:lstStyle>
            <a:lvl1pPr lvl="0">
              <a:spcBef>
                <a:spcPts val="0"/>
              </a:spcBef>
              <a:spcAft>
                <a:spcPts val="0"/>
              </a:spcAft>
              <a:buNone/>
              <a:defRPr sz="3600">
                <a:solidFill>
                  <a:schemeClr val="dk1"/>
                </a:solidFill>
                <a:latin typeface="Plus Jakarta Sans Medium"/>
                <a:ea typeface="Plus Jakarta Sans Medium"/>
                <a:cs typeface="Plus Jakarta Sans Medium"/>
                <a:sym typeface="Plus Jakarta Sans Medium"/>
              </a:defRPr>
            </a:lvl1pPr>
            <a:lvl2pPr lvl="1">
              <a:spcBef>
                <a:spcPts val="0"/>
              </a:spcBef>
              <a:spcAft>
                <a:spcPts val="0"/>
              </a:spcAft>
              <a:buNone/>
              <a:defRPr sz="3600">
                <a:solidFill>
                  <a:schemeClr val="dk1"/>
                </a:solidFill>
                <a:latin typeface="Plus Jakarta Sans Medium"/>
                <a:ea typeface="Plus Jakarta Sans Medium"/>
                <a:cs typeface="Plus Jakarta Sans Medium"/>
                <a:sym typeface="Plus Jakarta Sans Medium"/>
              </a:defRPr>
            </a:lvl2pPr>
            <a:lvl3pPr lvl="2">
              <a:spcBef>
                <a:spcPts val="0"/>
              </a:spcBef>
              <a:spcAft>
                <a:spcPts val="0"/>
              </a:spcAft>
              <a:buNone/>
              <a:defRPr sz="3600">
                <a:solidFill>
                  <a:schemeClr val="dk1"/>
                </a:solidFill>
                <a:latin typeface="Plus Jakarta Sans Medium"/>
                <a:ea typeface="Plus Jakarta Sans Medium"/>
                <a:cs typeface="Plus Jakarta Sans Medium"/>
                <a:sym typeface="Plus Jakarta Sans Medium"/>
              </a:defRPr>
            </a:lvl3pPr>
            <a:lvl4pPr lvl="3">
              <a:spcBef>
                <a:spcPts val="0"/>
              </a:spcBef>
              <a:spcAft>
                <a:spcPts val="0"/>
              </a:spcAft>
              <a:buNone/>
              <a:defRPr sz="3600">
                <a:solidFill>
                  <a:schemeClr val="dk1"/>
                </a:solidFill>
                <a:latin typeface="Plus Jakarta Sans Medium"/>
                <a:ea typeface="Plus Jakarta Sans Medium"/>
                <a:cs typeface="Plus Jakarta Sans Medium"/>
                <a:sym typeface="Plus Jakarta Sans Medium"/>
              </a:defRPr>
            </a:lvl4pPr>
            <a:lvl5pPr lvl="4">
              <a:spcBef>
                <a:spcPts val="0"/>
              </a:spcBef>
              <a:spcAft>
                <a:spcPts val="0"/>
              </a:spcAft>
              <a:buNone/>
              <a:defRPr sz="3600">
                <a:solidFill>
                  <a:schemeClr val="dk1"/>
                </a:solidFill>
                <a:latin typeface="Plus Jakarta Sans Medium"/>
                <a:ea typeface="Plus Jakarta Sans Medium"/>
                <a:cs typeface="Plus Jakarta Sans Medium"/>
                <a:sym typeface="Plus Jakarta Sans Medium"/>
              </a:defRPr>
            </a:lvl5pPr>
            <a:lvl6pPr lvl="5">
              <a:spcBef>
                <a:spcPts val="0"/>
              </a:spcBef>
              <a:spcAft>
                <a:spcPts val="0"/>
              </a:spcAft>
              <a:buNone/>
              <a:defRPr sz="3600">
                <a:solidFill>
                  <a:schemeClr val="dk1"/>
                </a:solidFill>
                <a:latin typeface="Plus Jakarta Sans Medium"/>
                <a:ea typeface="Plus Jakarta Sans Medium"/>
                <a:cs typeface="Plus Jakarta Sans Medium"/>
                <a:sym typeface="Plus Jakarta Sans Medium"/>
              </a:defRPr>
            </a:lvl6pPr>
            <a:lvl7pPr lvl="6">
              <a:spcBef>
                <a:spcPts val="0"/>
              </a:spcBef>
              <a:spcAft>
                <a:spcPts val="0"/>
              </a:spcAft>
              <a:buNone/>
              <a:defRPr sz="3600">
                <a:solidFill>
                  <a:schemeClr val="dk1"/>
                </a:solidFill>
                <a:latin typeface="Plus Jakarta Sans Medium"/>
                <a:ea typeface="Plus Jakarta Sans Medium"/>
                <a:cs typeface="Plus Jakarta Sans Medium"/>
                <a:sym typeface="Plus Jakarta Sans Medium"/>
              </a:defRPr>
            </a:lvl7pPr>
            <a:lvl8pPr lvl="7">
              <a:spcBef>
                <a:spcPts val="0"/>
              </a:spcBef>
              <a:spcAft>
                <a:spcPts val="0"/>
              </a:spcAft>
              <a:buNone/>
              <a:defRPr sz="3600">
                <a:solidFill>
                  <a:schemeClr val="dk1"/>
                </a:solidFill>
                <a:latin typeface="Plus Jakarta Sans Medium"/>
                <a:ea typeface="Plus Jakarta Sans Medium"/>
                <a:cs typeface="Plus Jakarta Sans Medium"/>
                <a:sym typeface="Plus Jakarta Sans Medium"/>
              </a:defRPr>
            </a:lvl8pPr>
            <a:lvl9pPr lvl="8">
              <a:spcBef>
                <a:spcPts val="0"/>
              </a:spcBef>
              <a:spcAft>
                <a:spcPts val="0"/>
              </a:spcAft>
              <a:buNone/>
              <a:defRPr sz="3600">
                <a:solidFill>
                  <a:schemeClr val="dk1"/>
                </a:solidFill>
                <a:latin typeface="Plus Jakarta Sans Medium"/>
                <a:ea typeface="Plus Jakarta Sans Medium"/>
                <a:cs typeface="Plus Jakarta Sans Medium"/>
                <a:sym typeface="Plus Jakarta Sans Medium"/>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_3">
    <p:spTree>
      <p:nvGrpSpPr>
        <p:cNvPr id="24" name="Shape 24"/>
        <p:cNvGrpSpPr/>
        <p:nvPr/>
      </p:nvGrpSpPr>
      <p:grpSpPr>
        <a:xfrm>
          <a:off x="0" y="0"/>
          <a:ext cx="0" cy="0"/>
          <a:chOff x="0" y="0"/>
          <a:chExt cx="0" cy="0"/>
        </a:xfrm>
      </p:grpSpPr>
      <p:sp>
        <p:nvSpPr>
          <p:cNvPr id="25" name="Google Shape;25;p4"/>
          <p:cNvSpPr txBox="1"/>
          <p:nvPr>
            <p:ph type="title"/>
          </p:nvPr>
        </p:nvSpPr>
        <p:spPr>
          <a:xfrm>
            <a:off x="228600" y="228600"/>
            <a:ext cx="6480300" cy="498600"/>
          </a:xfrm>
          <a:prstGeom prst="rect">
            <a:avLst/>
          </a:prstGeom>
        </p:spPr>
        <p:txBody>
          <a:bodyPr anchorCtr="0" anchor="t" bIns="0" lIns="0" spcFirstLastPara="1" rIns="0" wrap="square" tIns="0">
            <a:spAutoFit/>
          </a:bodyPr>
          <a:lstStyle>
            <a:lvl1pPr lvl="0">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1pPr>
            <a:lvl2pPr lvl="1">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2pPr>
            <a:lvl3pPr lvl="2">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3pPr>
            <a:lvl4pPr lvl="3">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4pPr>
            <a:lvl5pPr lvl="4">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5pPr>
            <a:lvl6pPr lvl="5">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6pPr>
            <a:lvl7pPr lvl="6">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7pPr>
            <a:lvl8pPr lvl="7">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8pPr>
            <a:lvl9pPr lvl="8">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9pPr>
          </a:lstStyle>
          <a:p/>
        </p:txBody>
      </p:sp>
      <p:sp>
        <p:nvSpPr>
          <p:cNvPr id="26" name="Google Shape;26;p4"/>
          <p:cNvSpPr txBox="1"/>
          <p:nvPr>
            <p:ph idx="1" type="body"/>
          </p:nvPr>
        </p:nvSpPr>
        <p:spPr>
          <a:xfrm>
            <a:off x="318600" y="2984575"/>
            <a:ext cx="1914300" cy="15873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27" name="Google Shape;27;p4"/>
          <p:cNvSpPr txBox="1"/>
          <p:nvPr>
            <p:ph idx="2" type="body"/>
          </p:nvPr>
        </p:nvSpPr>
        <p:spPr>
          <a:xfrm>
            <a:off x="6911100" y="2984575"/>
            <a:ext cx="1914300" cy="15873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28" name="Google Shape;28;p4"/>
          <p:cNvSpPr txBox="1"/>
          <p:nvPr>
            <p:ph idx="3" type="body"/>
          </p:nvPr>
        </p:nvSpPr>
        <p:spPr>
          <a:xfrm>
            <a:off x="2516100" y="2984575"/>
            <a:ext cx="1914300" cy="15873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29" name="Google Shape;29;p4"/>
          <p:cNvSpPr txBox="1"/>
          <p:nvPr>
            <p:ph idx="4" type="body"/>
          </p:nvPr>
        </p:nvSpPr>
        <p:spPr>
          <a:xfrm>
            <a:off x="4713588" y="2984575"/>
            <a:ext cx="1914300" cy="15873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30" name="Google Shape;30;p4"/>
          <p:cNvSpPr txBox="1"/>
          <p:nvPr>
            <p:ph idx="5" type="subTitle"/>
          </p:nvPr>
        </p:nvSpPr>
        <p:spPr>
          <a:xfrm>
            <a:off x="381950" y="2393500"/>
            <a:ext cx="1854900" cy="314100"/>
          </a:xfrm>
          <a:prstGeom prst="rect">
            <a:avLst/>
          </a:prstGeom>
        </p:spPr>
        <p:txBody>
          <a:bodyPr anchorCtr="0" anchor="t" bIns="91425" lIns="0" spcFirstLastPara="1" rIns="91425" wrap="square" tIns="0">
            <a:noAutofit/>
          </a:bodyPr>
          <a:lstStyle>
            <a:lvl1pPr lvl="0">
              <a:spcBef>
                <a:spcPts val="0"/>
              </a:spcBef>
              <a:spcAft>
                <a:spcPts val="0"/>
              </a:spcAft>
              <a:buSzPts val="1200"/>
              <a:buNone/>
              <a:defRPr/>
            </a:lvl1pPr>
            <a:lvl2pPr lvl="1">
              <a:spcBef>
                <a:spcPts val="0"/>
              </a:spcBef>
              <a:spcAft>
                <a:spcPts val="0"/>
              </a:spcAft>
              <a:buClr>
                <a:schemeClr val="lt1"/>
              </a:buClr>
              <a:buSzPts val="1200"/>
              <a:buNone/>
              <a:defRPr/>
            </a:lvl2pPr>
            <a:lvl3pPr lvl="2">
              <a:spcBef>
                <a:spcPts val="0"/>
              </a:spcBef>
              <a:spcAft>
                <a:spcPts val="0"/>
              </a:spcAft>
              <a:buClr>
                <a:schemeClr val="lt1"/>
              </a:buClr>
              <a:buSzPts val="1200"/>
              <a:buNone/>
              <a:defRPr/>
            </a:lvl3pPr>
            <a:lvl4pPr lvl="3">
              <a:spcBef>
                <a:spcPts val="0"/>
              </a:spcBef>
              <a:spcAft>
                <a:spcPts val="0"/>
              </a:spcAft>
              <a:buClr>
                <a:schemeClr val="lt1"/>
              </a:buClr>
              <a:buSzPts val="1200"/>
              <a:buNone/>
              <a:defRPr/>
            </a:lvl4pPr>
            <a:lvl5pPr lvl="4">
              <a:spcBef>
                <a:spcPts val="0"/>
              </a:spcBef>
              <a:spcAft>
                <a:spcPts val="0"/>
              </a:spcAft>
              <a:buClr>
                <a:schemeClr val="lt1"/>
              </a:buClr>
              <a:buSzPts val="1200"/>
              <a:buNone/>
              <a:defRPr/>
            </a:lvl5pPr>
            <a:lvl6pPr lvl="5">
              <a:spcBef>
                <a:spcPts val="0"/>
              </a:spcBef>
              <a:spcAft>
                <a:spcPts val="0"/>
              </a:spcAft>
              <a:buClr>
                <a:schemeClr val="lt1"/>
              </a:buClr>
              <a:buSzPts val="1200"/>
              <a:buNone/>
              <a:defRPr/>
            </a:lvl6pPr>
            <a:lvl7pPr lvl="6">
              <a:spcBef>
                <a:spcPts val="0"/>
              </a:spcBef>
              <a:spcAft>
                <a:spcPts val="0"/>
              </a:spcAft>
              <a:buClr>
                <a:schemeClr val="lt1"/>
              </a:buClr>
              <a:buSzPts val="1200"/>
              <a:buNone/>
              <a:defRPr/>
            </a:lvl7pPr>
            <a:lvl8pPr lvl="7">
              <a:spcBef>
                <a:spcPts val="0"/>
              </a:spcBef>
              <a:spcAft>
                <a:spcPts val="0"/>
              </a:spcAft>
              <a:buClr>
                <a:schemeClr val="lt1"/>
              </a:buClr>
              <a:buSzPts val="1200"/>
              <a:buNone/>
              <a:defRPr/>
            </a:lvl8pPr>
            <a:lvl9pPr lvl="8">
              <a:spcBef>
                <a:spcPts val="0"/>
              </a:spcBef>
              <a:spcAft>
                <a:spcPts val="0"/>
              </a:spcAft>
              <a:buClr>
                <a:schemeClr val="lt1"/>
              </a:buClr>
              <a:buSzPts val="1200"/>
              <a:buNone/>
              <a:defRPr/>
            </a:lvl9pPr>
          </a:lstStyle>
          <a:p/>
        </p:txBody>
      </p:sp>
      <p:sp>
        <p:nvSpPr>
          <p:cNvPr id="31" name="Google Shape;31;p4"/>
          <p:cNvSpPr txBox="1"/>
          <p:nvPr>
            <p:ph idx="6" type="subTitle"/>
          </p:nvPr>
        </p:nvSpPr>
        <p:spPr>
          <a:xfrm>
            <a:off x="2574000" y="2378475"/>
            <a:ext cx="1854900" cy="314100"/>
          </a:xfrm>
          <a:prstGeom prst="rect">
            <a:avLst/>
          </a:prstGeom>
        </p:spPr>
        <p:txBody>
          <a:bodyPr anchorCtr="0" anchor="t" bIns="91425" lIns="0" spcFirstLastPara="1" rIns="91425" wrap="square" tIns="0">
            <a:noAutofit/>
          </a:bodyPr>
          <a:lstStyle>
            <a:lvl1pPr lvl="0">
              <a:spcBef>
                <a:spcPts val="0"/>
              </a:spcBef>
              <a:spcAft>
                <a:spcPts val="0"/>
              </a:spcAft>
              <a:buSzPts val="1200"/>
              <a:buNone/>
              <a:defRPr/>
            </a:lvl1pPr>
            <a:lvl2pPr lvl="1">
              <a:spcBef>
                <a:spcPts val="0"/>
              </a:spcBef>
              <a:spcAft>
                <a:spcPts val="0"/>
              </a:spcAft>
              <a:buClr>
                <a:schemeClr val="lt1"/>
              </a:buClr>
              <a:buSzPts val="1200"/>
              <a:buNone/>
              <a:defRPr/>
            </a:lvl2pPr>
            <a:lvl3pPr lvl="2">
              <a:spcBef>
                <a:spcPts val="0"/>
              </a:spcBef>
              <a:spcAft>
                <a:spcPts val="0"/>
              </a:spcAft>
              <a:buClr>
                <a:schemeClr val="lt1"/>
              </a:buClr>
              <a:buSzPts val="1200"/>
              <a:buNone/>
              <a:defRPr/>
            </a:lvl3pPr>
            <a:lvl4pPr lvl="3">
              <a:spcBef>
                <a:spcPts val="0"/>
              </a:spcBef>
              <a:spcAft>
                <a:spcPts val="0"/>
              </a:spcAft>
              <a:buClr>
                <a:schemeClr val="lt1"/>
              </a:buClr>
              <a:buSzPts val="1200"/>
              <a:buNone/>
              <a:defRPr/>
            </a:lvl4pPr>
            <a:lvl5pPr lvl="4">
              <a:spcBef>
                <a:spcPts val="0"/>
              </a:spcBef>
              <a:spcAft>
                <a:spcPts val="0"/>
              </a:spcAft>
              <a:buClr>
                <a:schemeClr val="lt1"/>
              </a:buClr>
              <a:buSzPts val="1200"/>
              <a:buNone/>
              <a:defRPr/>
            </a:lvl5pPr>
            <a:lvl6pPr lvl="5">
              <a:spcBef>
                <a:spcPts val="0"/>
              </a:spcBef>
              <a:spcAft>
                <a:spcPts val="0"/>
              </a:spcAft>
              <a:buClr>
                <a:schemeClr val="lt1"/>
              </a:buClr>
              <a:buSzPts val="1200"/>
              <a:buNone/>
              <a:defRPr/>
            </a:lvl6pPr>
            <a:lvl7pPr lvl="6">
              <a:spcBef>
                <a:spcPts val="0"/>
              </a:spcBef>
              <a:spcAft>
                <a:spcPts val="0"/>
              </a:spcAft>
              <a:buClr>
                <a:schemeClr val="lt1"/>
              </a:buClr>
              <a:buSzPts val="1200"/>
              <a:buNone/>
              <a:defRPr/>
            </a:lvl7pPr>
            <a:lvl8pPr lvl="7">
              <a:spcBef>
                <a:spcPts val="0"/>
              </a:spcBef>
              <a:spcAft>
                <a:spcPts val="0"/>
              </a:spcAft>
              <a:buClr>
                <a:schemeClr val="lt1"/>
              </a:buClr>
              <a:buSzPts val="1200"/>
              <a:buNone/>
              <a:defRPr/>
            </a:lvl8pPr>
            <a:lvl9pPr lvl="8">
              <a:spcBef>
                <a:spcPts val="0"/>
              </a:spcBef>
              <a:spcAft>
                <a:spcPts val="0"/>
              </a:spcAft>
              <a:buClr>
                <a:schemeClr val="lt1"/>
              </a:buClr>
              <a:buSzPts val="1200"/>
              <a:buNone/>
              <a:defRPr/>
            </a:lvl9pPr>
          </a:lstStyle>
          <a:p/>
        </p:txBody>
      </p:sp>
      <p:sp>
        <p:nvSpPr>
          <p:cNvPr id="32" name="Google Shape;32;p4"/>
          <p:cNvSpPr txBox="1"/>
          <p:nvPr>
            <p:ph idx="7" type="subTitle"/>
          </p:nvPr>
        </p:nvSpPr>
        <p:spPr>
          <a:xfrm>
            <a:off x="4806538" y="2378475"/>
            <a:ext cx="1822800" cy="314100"/>
          </a:xfrm>
          <a:prstGeom prst="rect">
            <a:avLst/>
          </a:prstGeom>
        </p:spPr>
        <p:txBody>
          <a:bodyPr anchorCtr="0" anchor="t" bIns="91425" lIns="0" spcFirstLastPara="1" rIns="91425" wrap="square" tIns="0">
            <a:noAutofit/>
          </a:bodyPr>
          <a:lstStyle>
            <a:lvl1pPr lvl="0">
              <a:spcBef>
                <a:spcPts val="0"/>
              </a:spcBef>
              <a:spcAft>
                <a:spcPts val="0"/>
              </a:spcAft>
              <a:buSzPts val="1200"/>
              <a:buNone/>
              <a:defRPr/>
            </a:lvl1pPr>
            <a:lvl2pPr lvl="1">
              <a:spcBef>
                <a:spcPts val="0"/>
              </a:spcBef>
              <a:spcAft>
                <a:spcPts val="0"/>
              </a:spcAft>
              <a:buClr>
                <a:schemeClr val="lt1"/>
              </a:buClr>
              <a:buSzPts val="1200"/>
              <a:buNone/>
              <a:defRPr/>
            </a:lvl2pPr>
            <a:lvl3pPr lvl="2">
              <a:spcBef>
                <a:spcPts val="0"/>
              </a:spcBef>
              <a:spcAft>
                <a:spcPts val="0"/>
              </a:spcAft>
              <a:buClr>
                <a:schemeClr val="lt1"/>
              </a:buClr>
              <a:buSzPts val="1200"/>
              <a:buNone/>
              <a:defRPr/>
            </a:lvl3pPr>
            <a:lvl4pPr lvl="3">
              <a:spcBef>
                <a:spcPts val="0"/>
              </a:spcBef>
              <a:spcAft>
                <a:spcPts val="0"/>
              </a:spcAft>
              <a:buClr>
                <a:schemeClr val="lt1"/>
              </a:buClr>
              <a:buSzPts val="1200"/>
              <a:buNone/>
              <a:defRPr/>
            </a:lvl4pPr>
            <a:lvl5pPr lvl="4">
              <a:spcBef>
                <a:spcPts val="0"/>
              </a:spcBef>
              <a:spcAft>
                <a:spcPts val="0"/>
              </a:spcAft>
              <a:buClr>
                <a:schemeClr val="lt1"/>
              </a:buClr>
              <a:buSzPts val="1200"/>
              <a:buNone/>
              <a:defRPr/>
            </a:lvl5pPr>
            <a:lvl6pPr lvl="5">
              <a:spcBef>
                <a:spcPts val="0"/>
              </a:spcBef>
              <a:spcAft>
                <a:spcPts val="0"/>
              </a:spcAft>
              <a:buClr>
                <a:schemeClr val="lt1"/>
              </a:buClr>
              <a:buSzPts val="1200"/>
              <a:buNone/>
              <a:defRPr/>
            </a:lvl6pPr>
            <a:lvl7pPr lvl="6">
              <a:spcBef>
                <a:spcPts val="0"/>
              </a:spcBef>
              <a:spcAft>
                <a:spcPts val="0"/>
              </a:spcAft>
              <a:buClr>
                <a:schemeClr val="lt1"/>
              </a:buClr>
              <a:buSzPts val="1200"/>
              <a:buNone/>
              <a:defRPr/>
            </a:lvl7pPr>
            <a:lvl8pPr lvl="7">
              <a:spcBef>
                <a:spcPts val="0"/>
              </a:spcBef>
              <a:spcAft>
                <a:spcPts val="0"/>
              </a:spcAft>
              <a:buClr>
                <a:schemeClr val="lt1"/>
              </a:buClr>
              <a:buSzPts val="1200"/>
              <a:buNone/>
              <a:defRPr/>
            </a:lvl8pPr>
            <a:lvl9pPr lvl="8">
              <a:spcBef>
                <a:spcPts val="0"/>
              </a:spcBef>
              <a:spcAft>
                <a:spcPts val="0"/>
              </a:spcAft>
              <a:buClr>
                <a:schemeClr val="lt1"/>
              </a:buClr>
              <a:buSzPts val="1200"/>
              <a:buNone/>
              <a:defRPr/>
            </a:lvl9pPr>
          </a:lstStyle>
          <a:p/>
        </p:txBody>
      </p:sp>
      <p:sp>
        <p:nvSpPr>
          <p:cNvPr id="33" name="Google Shape;33;p4"/>
          <p:cNvSpPr txBox="1"/>
          <p:nvPr>
            <p:ph idx="8" type="subTitle"/>
          </p:nvPr>
        </p:nvSpPr>
        <p:spPr>
          <a:xfrm>
            <a:off x="7007100" y="2378475"/>
            <a:ext cx="1822800" cy="314100"/>
          </a:xfrm>
          <a:prstGeom prst="rect">
            <a:avLst/>
          </a:prstGeom>
        </p:spPr>
        <p:txBody>
          <a:bodyPr anchorCtr="0" anchor="t" bIns="91425" lIns="0" spcFirstLastPara="1" rIns="91425" wrap="square" tIns="0">
            <a:noAutofit/>
          </a:bodyPr>
          <a:lstStyle>
            <a:lvl1pPr lvl="0">
              <a:spcBef>
                <a:spcPts val="0"/>
              </a:spcBef>
              <a:spcAft>
                <a:spcPts val="0"/>
              </a:spcAft>
              <a:buSzPts val="1200"/>
              <a:buNone/>
              <a:defRPr/>
            </a:lvl1pPr>
            <a:lvl2pPr lvl="1">
              <a:spcBef>
                <a:spcPts val="0"/>
              </a:spcBef>
              <a:spcAft>
                <a:spcPts val="0"/>
              </a:spcAft>
              <a:buClr>
                <a:schemeClr val="lt1"/>
              </a:buClr>
              <a:buSzPts val="1200"/>
              <a:buNone/>
              <a:defRPr/>
            </a:lvl2pPr>
            <a:lvl3pPr lvl="2">
              <a:spcBef>
                <a:spcPts val="0"/>
              </a:spcBef>
              <a:spcAft>
                <a:spcPts val="0"/>
              </a:spcAft>
              <a:buClr>
                <a:schemeClr val="lt1"/>
              </a:buClr>
              <a:buSzPts val="1200"/>
              <a:buNone/>
              <a:defRPr/>
            </a:lvl3pPr>
            <a:lvl4pPr lvl="3">
              <a:spcBef>
                <a:spcPts val="0"/>
              </a:spcBef>
              <a:spcAft>
                <a:spcPts val="0"/>
              </a:spcAft>
              <a:buClr>
                <a:schemeClr val="lt1"/>
              </a:buClr>
              <a:buSzPts val="1200"/>
              <a:buNone/>
              <a:defRPr/>
            </a:lvl4pPr>
            <a:lvl5pPr lvl="4">
              <a:spcBef>
                <a:spcPts val="0"/>
              </a:spcBef>
              <a:spcAft>
                <a:spcPts val="0"/>
              </a:spcAft>
              <a:buClr>
                <a:schemeClr val="lt1"/>
              </a:buClr>
              <a:buSzPts val="1200"/>
              <a:buNone/>
              <a:defRPr/>
            </a:lvl5pPr>
            <a:lvl6pPr lvl="5">
              <a:spcBef>
                <a:spcPts val="0"/>
              </a:spcBef>
              <a:spcAft>
                <a:spcPts val="0"/>
              </a:spcAft>
              <a:buClr>
                <a:schemeClr val="lt1"/>
              </a:buClr>
              <a:buSzPts val="1200"/>
              <a:buNone/>
              <a:defRPr/>
            </a:lvl6pPr>
            <a:lvl7pPr lvl="6">
              <a:spcBef>
                <a:spcPts val="0"/>
              </a:spcBef>
              <a:spcAft>
                <a:spcPts val="0"/>
              </a:spcAft>
              <a:buClr>
                <a:schemeClr val="lt1"/>
              </a:buClr>
              <a:buSzPts val="1200"/>
              <a:buNone/>
              <a:defRPr/>
            </a:lvl7pPr>
            <a:lvl8pPr lvl="7">
              <a:spcBef>
                <a:spcPts val="0"/>
              </a:spcBef>
              <a:spcAft>
                <a:spcPts val="0"/>
              </a:spcAft>
              <a:buClr>
                <a:schemeClr val="lt1"/>
              </a:buClr>
              <a:buSzPts val="1200"/>
              <a:buNone/>
              <a:defRPr/>
            </a:lvl8pPr>
            <a:lvl9pPr lvl="8">
              <a:spcBef>
                <a:spcPts val="0"/>
              </a:spcBef>
              <a:spcAft>
                <a:spcPts val="0"/>
              </a:spcAft>
              <a:buClr>
                <a:schemeClr val="lt1"/>
              </a:buClr>
              <a:buSzPts val="12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BLANK_1_1_1_1_2">
    <p:spTree>
      <p:nvGrpSpPr>
        <p:cNvPr id="34" name="Shape 34"/>
        <p:cNvGrpSpPr/>
        <p:nvPr/>
      </p:nvGrpSpPr>
      <p:grpSpPr>
        <a:xfrm>
          <a:off x="0" y="0"/>
          <a:ext cx="0" cy="0"/>
          <a:chOff x="0" y="0"/>
          <a:chExt cx="0" cy="0"/>
        </a:xfrm>
      </p:grpSpPr>
      <p:sp>
        <p:nvSpPr>
          <p:cNvPr id="35" name="Google Shape;35;p5"/>
          <p:cNvSpPr txBox="1"/>
          <p:nvPr>
            <p:ph type="title"/>
          </p:nvPr>
        </p:nvSpPr>
        <p:spPr>
          <a:xfrm>
            <a:off x="228600" y="741875"/>
            <a:ext cx="6480300" cy="415500"/>
          </a:xfrm>
          <a:prstGeom prst="rect">
            <a:avLst/>
          </a:prstGeom>
        </p:spPr>
        <p:txBody>
          <a:bodyPr anchorCtr="0" anchor="t" bIns="0" lIns="0" spcFirstLastPara="1" rIns="0" wrap="square" tIns="0">
            <a:spAutoFit/>
          </a:bodyPr>
          <a:lstStyle>
            <a:lvl1pPr lvl="0">
              <a:spcBef>
                <a:spcPts val="0"/>
              </a:spcBef>
              <a:spcAft>
                <a:spcPts val="0"/>
              </a:spcAft>
              <a:buNone/>
              <a:defRPr sz="3000">
                <a:latin typeface="Plus Jakarta Sans Medium"/>
                <a:ea typeface="Plus Jakarta Sans Medium"/>
                <a:cs typeface="Plus Jakarta Sans Medium"/>
                <a:sym typeface="Plus Jakarta Sans Medium"/>
              </a:defRPr>
            </a:lvl1pPr>
            <a:lvl2pPr lvl="1">
              <a:spcBef>
                <a:spcPts val="0"/>
              </a:spcBef>
              <a:spcAft>
                <a:spcPts val="0"/>
              </a:spcAft>
              <a:buNone/>
              <a:defRPr sz="3000">
                <a:latin typeface="Plus Jakarta Sans Medium"/>
                <a:ea typeface="Plus Jakarta Sans Medium"/>
                <a:cs typeface="Plus Jakarta Sans Medium"/>
                <a:sym typeface="Plus Jakarta Sans Medium"/>
              </a:defRPr>
            </a:lvl2pPr>
            <a:lvl3pPr lvl="2">
              <a:spcBef>
                <a:spcPts val="0"/>
              </a:spcBef>
              <a:spcAft>
                <a:spcPts val="0"/>
              </a:spcAft>
              <a:buNone/>
              <a:defRPr sz="3000">
                <a:latin typeface="Plus Jakarta Sans Medium"/>
                <a:ea typeface="Plus Jakarta Sans Medium"/>
                <a:cs typeface="Plus Jakarta Sans Medium"/>
                <a:sym typeface="Plus Jakarta Sans Medium"/>
              </a:defRPr>
            </a:lvl3pPr>
            <a:lvl4pPr lvl="3">
              <a:spcBef>
                <a:spcPts val="0"/>
              </a:spcBef>
              <a:spcAft>
                <a:spcPts val="0"/>
              </a:spcAft>
              <a:buNone/>
              <a:defRPr sz="3000">
                <a:latin typeface="Plus Jakarta Sans Medium"/>
                <a:ea typeface="Plus Jakarta Sans Medium"/>
                <a:cs typeface="Plus Jakarta Sans Medium"/>
                <a:sym typeface="Plus Jakarta Sans Medium"/>
              </a:defRPr>
            </a:lvl4pPr>
            <a:lvl5pPr lvl="4">
              <a:spcBef>
                <a:spcPts val="0"/>
              </a:spcBef>
              <a:spcAft>
                <a:spcPts val="0"/>
              </a:spcAft>
              <a:buNone/>
              <a:defRPr sz="3000">
                <a:latin typeface="Plus Jakarta Sans Medium"/>
                <a:ea typeface="Plus Jakarta Sans Medium"/>
                <a:cs typeface="Plus Jakarta Sans Medium"/>
                <a:sym typeface="Plus Jakarta Sans Medium"/>
              </a:defRPr>
            </a:lvl5pPr>
            <a:lvl6pPr lvl="5">
              <a:spcBef>
                <a:spcPts val="0"/>
              </a:spcBef>
              <a:spcAft>
                <a:spcPts val="0"/>
              </a:spcAft>
              <a:buNone/>
              <a:defRPr sz="3000">
                <a:latin typeface="Plus Jakarta Sans Medium"/>
                <a:ea typeface="Plus Jakarta Sans Medium"/>
                <a:cs typeface="Plus Jakarta Sans Medium"/>
                <a:sym typeface="Plus Jakarta Sans Medium"/>
              </a:defRPr>
            </a:lvl6pPr>
            <a:lvl7pPr lvl="6">
              <a:spcBef>
                <a:spcPts val="0"/>
              </a:spcBef>
              <a:spcAft>
                <a:spcPts val="0"/>
              </a:spcAft>
              <a:buNone/>
              <a:defRPr sz="3000">
                <a:latin typeface="Plus Jakarta Sans Medium"/>
                <a:ea typeface="Plus Jakarta Sans Medium"/>
                <a:cs typeface="Plus Jakarta Sans Medium"/>
                <a:sym typeface="Plus Jakarta Sans Medium"/>
              </a:defRPr>
            </a:lvl7pPr>
            <a:lvl8pPr lvl="7">
              <a:spcBef>
                <a:spcPts val="0"/>
              </a:spcBef>
              <a:spcAft>
                <a:spcPts val="0"/>
              </a:spcAft>
              <a:buNone/>
              <a:defRPr sz="3000">
                <a:latin typeface="Plus Jakarta Sans Medium"/>
                <a:ea typeface="Plus Jakarta Sans Medium"/>
                <a:cs typeface="Plus Jakarta Sans Medium"/>
                <a:sym typeface="Plus Jakarta Sans Medium"/>
              </a:defRPr>
            </a:lvl8pPr>
            <a:lvl9pPr lvl="8">
              <a:spcBef>
                <a:spcPts val="0"/>
              </a:spcBef>
              <a:spcAft>
                <a:spcPts val="0"/>
              </a:spcAft>
              <a:buNone/>
              <a:defRPr sz="3000">
                <a:latin typeface="Plus Jakarta Sans Medium"/>
                <a:ea typeface="Plus Jakarta Sans Medium"/>
                <a:cs typeface="Plus Jakarta Sans Medium"/>
                <a:sym typeface="Plus Jakarta Sans Medium"/>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_1_1_1_1_1_1_1_1_1_1">
    <p:spTree>
      <p:nvGrpSpPr>
        <p:cNvPr id="36" name="Shape 36"/>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ainstorming 1">
  <p:cSld name="BLANK_1_1_1_1_1_1_1_1_1_1_3">
    <p:spTree>
      <p:nvGrpSpPr>
        <p:cNvPr id="37" name="Shape 37"/>
        <p:cNvGrpSpPr/>
        <p:nvPr/>
      </p:nvGrpSpPr>
      <p:grpSpPr>
        <a:xfrm>
          <a:off x="0" y="0"/>
          <a:ext cx="0" cy="0"/>
          <a:chOff x="0" y="0"/>
          <a:chExt cx="0" cy="0"/>
        </a:xfrm>
      </p:grpSpPr>
      <p:sp>
        <p:nvSpPr>
          <p:cNvPr id="38" name="Google Shape;38;p7"/>
          <p:cNvSpPr/>
          <p:nvPr/>
        </p:nvSpPr>
        <p:spPr>
          <a:xfrm>
            <a:off x="228600" y="632050"/>
            <a:ext cx="8686800" cy="3539400"/>
          </a:xfrm>
          <a:prstGeom prst="roundRect">
            <a:avLst>
              <a:gd fmla="val 5122"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sp>
        <p:nvSpPr>
          <p:cNvPr id="39" name="Google Shape;39;p7"/>
          <p:cNvSpPr/>
          <p:nvPr/>
        </p:nvSpPr>
        <p:spPr>
          <a:xfrm>
            <a:off x="0" y="4400100"/>
            <a:ext cx="9144000" cy="7434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Plus Jakarta Sans"/>
              <a:ea typeface="Plus Jakarta Sans"/>
              <a:cs typeface="Plus Jakarta Sans"/>
              <a:sym typeface="Plus Jakarta Sans"/>
            </a:endParaRPr>
          </a:p>
        </p:txBody>
      </p:sp>
      <p:sp>
        <p:nvSpPr>
          <p:cNvPr id="40" name="Google Shape;40;p7"/>
          <p:cNvSpPr txBox="1"/>
          <p:nvPr>
            <p:ph idx="1" type="subTitle"/>
          </p:nvPr>
        </p:nvSpPr>
        <p:spPr>
          <a:xfrm>
            <a:off x="228600" y="4619400"/>
            <a:ext cx="1231800" cy="304800"/>
          </a:xfrm>
          <a:prstGeom prst="rect">
            <a:avLst/>
          </a:prstGeom>
        </p:spPr>
        <p:txBody>
          <a:bodyPr anchorCtr="0" anchor="ctr" bIns="0" lIns="0" spcFirstLastPara="1" rIns="0" wrap="square" tIns="0">
            <a:noAutofit/>
          </a:bodyPr>
          <a:lstStyle>
            <a:lvl1pPr lvl="0">
              <a:spcBef>
                <a:spcPts val="0"/>
              </a:spcBef>
              <a:spcAft>
                <a:spcPts val="0"/>
              </a:spcAft>
              <a:buClr>
                <a:schemeClr val="lt2"/>
              </a:buClr>
              <a:buSzPts val="1000"/>
              <a:buFont typeface="Inter"/>
              <a:buNone/>
              <a:defRPr sz="1000">
                <a:solidFill>
                  <a:schemeClr val="lt2"/>
                </a:solidFill>
              </a:defRPr>
            </a:lvl1pPr>
            <a:lvl2pPr lvl="1">
              <a:spcBef>
                <a:spcPts val="0"/>
              </a:spcBef>
              <a:spcAft>
                <a:spcPts val="0"/>
              </a:spcAft>
              <a:buClr>
                <a:schemeClr val="lt2"/>
              </a:buClr>
              <a:buSzPts val="1000"/>
              <a:buFont typeface="Inter"/>
              <a:buNone/>
              <a:defRPr sz="1000">
                <a:solidFill>
                  <a:schemeClr val="lt2"/>
                </a:solidFill>
              </a:defRPr>
            </a:lvl2pPr>
            <a:lvl3pPr lvl="2">
              <a:spcBef>
                <a:spcPts val="0"/>
              </a:spcBef>
              <a:spcAft>
                <a:spcPts val="0"/>
              </a:spcAft>
              <a:buClr>
                <a:schemeClr val="lt2"/>
              </a:buClr>
              <a:buSzPts val="1000"/>
              <a:buFont typeface="Inter"/>
              <a:buNone/>
              <a:defRPr sz="1000">
                <a:solidFill>
                  <a:schemeClr val="lt2"/>
                </a:solidFill>
              </a:defRPr>
            </a:lvl3pPr>
            <a:lvl4pPr lvl="3">
              <a:spcBef>
                <a:spcPts val="0"/>
              </a:spcBef>
              <a:spcAft>
                <a:spcPts val="0"/>
              </a:spcAft>
              <a:buClr>
                <a:schemeClr val="lt2"/>
              </a:buClr>
              <a:buSzPts val="1000"/>
              <a:buFont typeface="Inter"/>
              <a:buNone/>
              <a:defRPr sz="1000">
                <a:solidFill>
                  <a:schemeClr val="lt2"/>
                </a:solidFill>
              </a:defRPr>
            </a:lvl4pPr>
            <a:lvl5pPr lvl="4">
              <a:spcBef>
                <a:spcPts val="0"/>
              </a:spcBef>
              <a:spcAft>
                <a:spcPts val="0"/>
              </a:spcAft>
              <a:buClr>
                <a:schemeClr val="lt2"/>
              </a:buClr>
              <a:buSzPts val="1000"/>
              <a:buFont typeface="Inter"/>
              <a:buNone/>
              <a:defRPr sz="1000">
                <a:solidFill>
                  <a:schemeClr val="lt2"/>
                </a:solidFill>
              </a:defRPr>
            </a:lvl5pPr>
            <a:lvl6pPr lvl="5">
              <a:spcBef>
                <a:spcPts val="0"/>
              </a:spcBef>
              <a:spcAft>
                <a:spcPts val="0"/>
              </a:spcAft>
              <a:buClr>
                <a:schemeClr val="lt2"/>
              </a:buClr>
              <a:buSzPts val="1000"/>
              <a:buFont typeface="Inter"/>
              <a:buNone/>
              <a:defRPr sz="1000">
                <a:solidFill>
                  <a:schemeClr val="lt2"/>
                </a:solidFill>
              </a:defRPr>
            </a:lvl6pPr>
            <a:lvl7pPr lvl="6">
              <a:spcBef>
                <a:spcPts val="0"/>
              </a:spcBef>
              <a:spcAft>
                <a:spcPts val="0"/>
              </a:spcAft>
              <a:buClr>
                <a:schemeClr val="lt2"/>
              </a:buClr>
              <a:buSzPts val="1000"/>
              <a:buFont typeface="Inter"/>
              <a:buNone/>
              <a:defRPr sz="1000">
                <a:solidFill>
                  <a:schemeClr val="lt2"/>
                </a:solidFill>
              </a:defRPr>
            </a:lvl7pPr>
            <a:lvl8pPr lvl="7">
              <a:spcBef>
                <a:spcPts val="0"/>
              </a:spcBef>
              <a:spcAft>
                <a:spcPts val="0"/>
              </a:spcAft>
              <a:buClr>
                <a:schemeClr val="lt2"/>
              </a:buClr>
              <a:buSzPts val="1000"/>
              <a:buFont typeface="Inter"/>
              <a:buNone/>
              <a:defRPr sz="1000">
                <a:solidFill>
                  <a:schemeClr val="lt2"/>
                </a:solidFill>
              </a:defRPr>
            </a:lvl8pPr>
            <a:lvl9pPr lvl="8">
              <a:spcBef>
                <a:spcPts val="0"/>
              </a:spcBef>
              <a:spcAft>
                <a:spcPts val="0"/>
              </a:spcAft>
              <a:buClr>
                <a:schemeClr val="lt2"/>
              </a:buClr>
              <a:buSzPts val="1000"/>
              <a:buFont typeface="Inter"/>
              <a:buNone/>
              <a:defRPr sz="1000">
                <a:solidFill>
                  <a:schemeClr val="lt2"/>
                </a:solidFill>
              </a:defRPr>
            </a:lvl9pPr>
          </a:lstStyle>
          <a:p/>
        </p:txBody>
      </p:sp>
      <p:sp>
        <p:nvSpPr>
          <p:cNvPr id="41" name="Google Shape;41;p7"/>
          <p:cNvSpPr txBox="1"/>
          <p:nvPr>
            <p:ph idx="2" type="body"/>
          </p:nvPr>
        </p:nvSpPr>
        <p:spPr>
          <a:xfrm>
            <a:off x="378975" y="788021"/>
            <a:ext cx="3990900" cy="32106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42" name="Google Shape;42;p7"/>
          <p:cNvSpPr txBox="1"/>
          <p:nvPr>
            <p:ph idx="3" type="body"/>
          </p:nvPr>
        </p:nvSpPr>
        <p:spPr>
          <a:xfrm>
            <a:off x="4774123" y="788021"/>
            <a:ext cx="3990900" cy="32106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ainstorming 2">
  <p:cSld name="BLANK_1_1_1_1_1_1_1_1_1_1_3_1">
    <p:spTree>
      <p:nvGrpSpPr>
        <p:cNvPr id="43" name="Shape 43"/>
        <p:cNvGrpSpPr/>
        <p:nvPr/>
      </p:nvGrpSpPr>
      <p:grpSpPr>
        <a:xfrm>
          <a:off x="0" y="0"/>
          <a:ext cx="0" cy="0"/>
          <a:chOff x="0" y="0"/>
          <a:chExt cx="0" cy="0"/>
        </a:xfrm>
      </p:grpSpPr>
      <p:sp>
        <p:nvSpPr>
          <p:cNvPr id="44" name="Google Shape;44;p8"/>
          <p:cNvSpPr/>
          <p:nvPr/>
        </p:nvSpPr>
        <p:spPr>
          <a:xfrm>
            <a:off x="0" y="4400100"/>
            <a:ext cx="9144000" cy="7434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Plus Jakarta Sans"/>
              <a:ea typeface="Plus Jakarta Sans"/>
              <a:cs typeface="Plus Jakarta Sans"/>
              <a:sym typeface="Plus Jakarta Sans"/>
            </a:endParaRPr>
          </a:p>
        </p:txBody>
      </p:sp>
      <p:sp>
        <p:nvSpPr>
          <p:cNvPr id="45" name="Google Shape;45;p8"/>
          <p:cNvSpPr txBox="1"/>
          <p:nvPr>
            <p:ph idx="1" type="subTitle"/>
          </p:nvPr>
        </p:nvSpPr>
        <p:spPr>
          <a:xfrm>
            <a:off x="228600" y="4619400"/>
            <a:ext cx="1231800" cy="304800"/>
          </a:xfrm>
          <a:prstGeom prst="rect">
            <a:avLst/>
          </a:prstGeom>
        </p:spPr>
        <p:txBody>
          <a:bodyPr anchorCtr="0" anchor="ctr" bIns="0" lIns="0" spcFirstLastPara="1" rIns="0" wrap="square" tIns="0">
            <a:noAutofit/>
          </a:bodyPr>
          <a:lstStyle>
            <a:lvl1pPr lvl="0">
              <a:spcBef>
                <a:spcPts val="0"/>
              </a:spcBef>
              <a:spcAft>
                <a:spcPts val="0"/>
              </a:spcAft>
              <a:buClr>
                <a:schemeClr val="lt2"/>
              </a:buClr>
              <a:buSzPts val="1000"/>
              <a:buFont typeface="Inter"/>
              <a:buNone/>
              <a:defRPr sz="1000">
                <a:solidFill>
                  <a:schemeClr val="lt2"/>
                </a:solidFill>
              </a:defRPr>
            </a:lvl1pPr>
            <a:lvl2pPr lvl="1">
              <a:spcBef>
                <a:spcPts val="0"/>
              </a:spcBef>
              <a:spcAft>
                <a:spcPts val="0"/>
              </a:spcAft>
              <a:buClr>
                <a:schemeClr val="lt2"/>
              </a:buClr>
              <a:buSzPts val="1000"/>
              <a:buFont typeface="Inter"/>
              <a:buNone/>
              <a:defRPr sz="1000">
                <a:solidFill>
                  <a:schemeClr val="lt2"/>
                </a:solidFill>
              </a:defRPr>
            </a:lvl2pPr>
            <a:lvl3pPr lvl="2">
              <a:spcBef>
                <a:spcPts val="0"/>
              </a:spcBef>
              <a:spcAft>
                <a:spcPts val="0"/>
              </a:spcAft>
              <a:buClr>
                <a:schemeClr val="lt2"/>
              </a:buClr>
              <a:buSzPts val="1000"/>
              <a:buFont typeface="Inter"/>
              <a:buNone/>
              <a:defRPr sz="1000">
                <a:solidFill>
                  <a:schemeClr val="lt2"/>
                </a:solidFill>
              </a:defRPr>
            </a:lvl3pPr>
            <a:lvl4pPr lvl="3">
              <a:spcBef>
                <a:spcPts val="0"/>
              </a:spcBef>
              <a:spcAft>
                <a:spcPts val="0"/>
              </a:spcAft>
              <a:buClr>
                <a:schemeClr val="lt2"/>
              </a:buClr>
              <a:buSzPts val="1000"/>
              <a:buFont typeface="Inter"/>
              <a:buNone/>
              <a:defRPr sz="1000">
                <a:solidFill>
                  <a:schemeClr val="lt2"/>
                </a:solidFill>
              </a:defRPr>
            </a:lvl4pPr>
            <a:lvl5pPr lvl="4">
              <a:spcBef>
                <a:spcPts val="0"/>
              </a:spcBef>
              <a:spcAft>
                <a:spcPts val="0"/>
              </a:spcAft>
              <a:buClr>
                <a:schemeClr val="lt2"/>
              </a:buClr>
              <a:buSzPts val="1000"/>
              <a:buFont typeface="Inter"/>
              <a:buNone/>
              <a:defRPr sz="1000">
                <a:solidFill>
                  <a:schemeClr val="lt2"/>
                </a:solidFill>
              </a:defRPr>
            </a:lvl5pPr>
            <a:lvl6pPr lvl="5">
              <a:spcBef>
                <a:spcPts val="0"/>
              </a:spcBef>
              <a:spcAft>
                <a:spcPts val="0"/>
              </a:spcAft>
              <a:buClr>
                <a:schemeClr val="lt2"/>
              </a:buClr>
              <a:buSzPts val="1000"/>
              <a:buFont typeface="Inter"/>
              <a:buNone/>
              <a:defRPr sz="1000">
                <a:solidFill>
                  <a:schemeClr val="lt2"/>
                </a:solidFill>
              </a:defRPr>
            </a:lvl6pPr>
            <a:lvl7pPr lvl="6">
              <a:spcBef>
                <a:spcPts val="0"/>
              </a:spcBef>
              <a:spcAft>
                <a:spcPts val="0"/>
              </a:spcAft>
              <a:buClr>
                <a:schemeClr val="lt2"/>
              </a:buClr>
              <a:buSzPts val="1000"/>
              <a:buFont typeface="Inter"/>
              <a:buNone/>
              <a:defRPr sz="1000">
                <a:solidFill>
                  <a:schemeClr val="lt2"/>
                </a:solidFill>
              </a:defRPr>
            </a:lvl7pPr>
            <a:lvl8pPr lvl="7">
              <a:spcBef>
                <a:spcPts val="0"/>
              </a:spcBef>
              <a:spcAft>
                <a:spcPts val="0"/>
              </a:spcAft>
              <a:buClr>
                <a:schemeClr val="lt2"/>
              </a:buClr>
              <a:buSzPts val="1000"/>
              <a:buFont typeface="Inter"/>
              <a:buNone/>
              <a:defRPr sz="1000">
                <a:solidFill>
                  <a:schemeClr val="lt2"/>
                </a:solidFill>
              </a:defRPr>
            </a:lvl8pPr>
            <a:lvl9pPr lvl="8">
              <a:spcBef>
                <a:spcPts val="0"/>
              </a:spcBef>
              <a:spcAft>
                <a:spcPts val="0"/>
              </a:spcAft>
              <a:buClr>
                <a:schemeClr val="lt2"/>
              </a:buClr>
              <a:buSzPts val="1000"/>
              <a:buFont typeface="Inter"/>
              <a:buNone/>
              <a:defRPr sz="1000">
                <a:solidFill>
                  <a:schemeClr val="lt2"/>
                </a:solidFil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p:cSld name="BLANK_1_1_1_1_1_1_1_1_1_1_2">
    <p:spTree>
      <p:nvGrpSpPr>
        <p:cNvPr id="46" name="Shape 46"/>
        <p:cNvGrpSpPr/>
        <p:nvPr/>
      </p:nvGrpSpPr>
      <p:grpSpPr>
        <a:xfrm>
          <a:off x="0" y="0"/>
          <a:ext cx="0" cy="0"/>
          <a:chOff x="0" y="0"/>
          <a:chExt cx="0" cy="0"/>
        </a:xfrm>
      </p:grpSpPr>
      <p:sp>
        <p:nvSpPr>
          <p:cNvPr id="47" name="Google Shape;47;p9"/>
          <p:cNvSpPr txBox="1"/>
          <p:nvPr>
            <p:ph idx="1" type="subTitle"/>
          </p:nvPr>
        </p:nvSpPr>
        <p:spPr>
          <a:xfrm>
            <a:off x="927475" y="1269700"/>
            <a:ext cx="6046200" cy="181200"/>
          </a:xfrm>
          <a:prstGeom prst="rect">
            <a:avLst/>
          </a:prstGeom>
        </p:spPr>
        <p:txBody>
          <a:bodyPr anchorCtr="0" anchor="ctr" bIns="0" lIns="0" spcFirstLastPara="1" rIns="0" wrap="square" tIns="0">
            <a:noAutofit/>
          </a:bodyPr>
          <a:lstStyle>
            <a:lvl1pPr lvl="0">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1pPr>
            <a:lvl2pPr lvl="1">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2pPr>
            <a:lvl3pPr lvl="2">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3pPr>
            <a:lvl4pPr lvl="3">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4pPr>
            <a:lvl5pPr lvl="4">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5pPr>
            <a:lvl6pPr lvl="5">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6pPr>
            <a:lvl7pPr lvl="6">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7pPr>
            <a:lvl8pPr lvl="7">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8pPr>
            <a:lvl9pPr lvl="8">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9pPr>
          </a:lstStyle>
          <a:p/>
        </p:txBody>
      </p:sp>
      <p:sp>
        <p:nvSpPr>
          <p:cNvPr id="48" name="Google Shape;48;p9"/>
          <p:cNvSpPr txBox="1"/>
          <p:nvPr>
            <p:ph idx="2" type="subTitle"/>
          </p:nvPr>
        </p:nvSpPr>
        <p:spPr>
          <a:xfrm>
            <a:off x="927475" y="2073125"/>
            <a:ext cx="6046200" cy="181200"/>
          </a:xfrm>
          <a:prstGeom prst="rect">
            <a:avLst/>
          </a:prstGeom>
        </p:spPr>
        <p:txBody>
          <a:bodyPr anchorCtr="0" anchor="ctr" bIns="0" lIns="0" spcFirstLastPara="1" rIns="0" wrap="square" tIns="0">
            <a:noAutofit/>
          </a:bodyPr>
          <a:lstStyle>
            <a:lvl1pPr lvl="0">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1pPr>
            <a:lvl2pPr lvl="1">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2pPr>
            <a:lvl3pPr lvl="2">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3pPr>
            <a:lvl4pPr lvl="3">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4pPr>
            <a:lvl5pPr lvl="4">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5pPr>
            <a:lvl6pPr lvl="5">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6pPr>
            <a:lvl7pPr lvl="6">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7pPr>
            <a:lvl8pPr lvl="7">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8pPr>
            <a:lvl9pPr lvl="8">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9pPr>
          </a:lstStyle>
          <a:p/>
        </p:txBody>
      </p:sp>
      <p:sp>
        <p:nvSpPr>
          <p:cNvPr id="49" name="Google Shape;49;p9"/>
          <p:cNvSpPr txBox="1"/>
          <p:nvPr>
            <p:ph idx="3" type="subTitle"/>
          </p:nvPr>
        </p:nvSpPr>
        <p:spPr>
          <a:xfrm>
            <a:off x="927475" y="2891300"/>
            <a:ext cx="6046200" cy="181200"/>
          </a:xfrm>
          <a:prstGeom prst="rect">
            <a:avLst/>
          </a:prstGeom>
        </p:spPr>
        <p:txBody>
          <a:bodyPr anchorCtr="0" anchor="ctr" bIns="0" lIns="0" spcFirstLastPara="1" rIns="0" wrap="square" tIns="0">
            <a:noAutofit/>
          </a:bodyPr>
          <a:lstStyle>
            <a:lvl1pPr lvl="0">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1pPr>
            <a:lvl2pPr lvl="1">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2pPr>
            <a:lvl3pPr lvl="2">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3pPr>
            <a:lvl4pPr lvl="3">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4pPr>
            <a:lvl5pPr lvl="4">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5pPr>
            <a:lvl6pPr lvl="5">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6pPr>
            <a:lvl7pPr lvl="6">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7pPr>
            <a:lvl8pPr lvl="7">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8pPr>
            <a:lvl9pPr lvl="8">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9pPr>
          </a:lstStyle>
          <a:p/>
        </p:txBody>
      </p:sp>
      <p:sp>
        <p:nvSpPr>
          <p:cNvPr id="50" name="Google Shape;50;p9"/>
          <p:cNvSpPr txBox="1"/>
          <p:nvPr>
            <p:ph idx="4" type="subTitle"/>
          </p:nvPr>
        </p:nvSpPr>
        <p:spPr>
          <a:xfrm>
            <a:off x="927475" y="3692625"/>
            <a:ext cx="6046200" cy="181200"/>
          </a:xfrm>
          <a:prstGeom prst="rect">
            <a:avLst/>
          </a:prstGeom>
        </p:spPr>
        <p:txBody>
          <a:bodyPr anchorCtr="0" anchor="ctr" bIns="0" lIns="0" spcFirstLastPara="1" rIns="0" wrap="square" tIns="0">
            <a:noAutofit/>
          </a:bodyPr>
          <a:lstStyle>
            <a:lvl1pPr lvl="0">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1pPr>
            <a:lvl2pPr lvl="1">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2pPr>
            <a:lvl3pPr lvl="2">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3pPr>
            <a:lvl4pPr lvl="3">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4pPr>
            <a:lvl5pPr lvl="4">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5pPr>
            <a:lvl6pPr lvl="5">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6pPr>
            <a:lvl7pPr lvl="6">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7pPr>
            <a:lvl8pPr lvl="7">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8pPr>
            <a:lvl9pPr lvl="8">
              <a:spcBef>
                <a:spcPts val="0"/>
              </a:spcBef>
              <a:spcAft>
                <a:spcPts val="0"/>
              </a:spcAft>
              <a:buClr>
                <a:schemeClr val="lt2"/>
              </a:buClr>
              <a:buSzPts val="1200"/>
              <a:buFont typeface="Plus Jakarta Sans"/>
              <a:buNone/>
              <a:defRPr>
                <a:solidFill>
                  <a:schemeClr val="lt2"/>
                </a:solidFill>
                <a:latin typeface="Plus Jakarta Sans"/>
                <a:ea typeface="Plus Jakarta Sans"/>
                <a:cs typeface="Plus Jakarta Sans"/>
                <a:sym typeface="Plus Jakarta Sans"/>
              </a:defRPr>
            </a:lvl9pPr>
          </a:lstStyle>
          <a:p/>
        </p:txBody>
      </p:sp>
      <p:sp>
        <p:nvSpPr>
          <p:cNvPr id="51" name="Google Shape;51;p9"/>
          <p:cNvSpPr txBox="1"/>
          <p:nvPr>
            <p:ph idx="5" type="subTitle"/>
          </p:nvPr>
        </p:nvSpPr>
        <p:spPr>
          <a:xfrm>
            <a:off x="228600" y="1269700"/>
            <a:ext cx="575700" cy="181200"/>
          </a:xfrm>
          <a:prstGeom prst="rect">
            <a:avLst/>
          </a:prstGeom>
        </p:spPr>
        <p:txBody>
          <a:bodyPr anchorCtr="0" anchor="ctr" bIns="0" lIns="0" spcFirstLastPara="1" rIns="0" wrap="square" tIns="0">
            <a:noAutofit/>
          </a:bodyPr>
          <a:lstStyle>
            <a:lvl1pPr lvl="0">
              <a:spcBef>
                <a:spcPts val="0"/>
              </a:spcBef>
              <a:spcAft>
                <a:spcPts val="0"/>
              </a:spcAft>
              <a:buClr>
                <a:schemeClr val="accent4"/>
              </a:buClr>
              <a:buSzPts val="1200"/>
              <a:buFont typeface="Plus Jakarta Sans Medium"/>
              <a:buNone/>
              <a:defRPr>
                <a:solidFill>
                  <a:schemeClr val="accent4"/>
                </a:solidFill>
                <a:latin typeface="Plus Jakarta Sans Medium"/>
                <a:ea typeface="Plus Jakarta Sans Medium"/>
                <a:cs typeface="Plus Jakarta Sans Medium"/>
                <a:sym typeface="Plus Jakarta Sans Medium"/>
              </a:defRPr>
            </a:lvl1pPr>
            <a:lvl2pPr lvl="1">
              <a:spcBef>
                <a:spcPts val="0"/>
              </a:spcBef>
              <a:spcAft>
                <a:spcPts val="0"/>
              </a:spcAft>
              <a:buClr>
                <a:schemeClr val="accent4"/>
              </a:buClr>
              <a:buSzPts val="1200"/>
              <a:buFont typeface="Plus Jakarta Sans Medium"/>
              <a:buNone/>
              <a:defRPr>
                <a:solidFill>
                  <a:schemeClr val="accent4"/>
                </a:solidFill>
                <a:latin typeface="Plus Jakarta Sans Medium"/>
                <a:ea typeface="Plus Jakarta Sans Medium"/>
                <a:cs typeface="Plus Jakarta Sans Medium"/>
                <a:sym typeface="Plus Jakarta Sans Medium"/>
              </a:defRPr>
            </a:lvl2pPr>
            <a:lvl3pPr lvl="2">
              <a:spcBef>
                <a:spcPts val="0"/>
              </a:spcBef>
              <a:spcAft>
                <a:spcPts val="0"/>
              </a:spcAft>
              <a:buClr>
                <a:schemeClr val="accent4"/>
              </a:buClr>
              <a:buSzPts val="1200"/>
              <a:buFont typeface="Plus Jakarta Sans Medium"/>
              <a:buNone/>
              <a:defRPr>
                <a:solidFill>
                  <a:schemeClr val="accent4"/>
                </a:solidFill>
                <a:latin typeface="Plus Jakarta Sans Medium"/>
                <a:ea typeface="Plus Jakarta Sans Medium"/>
                <a:cs typeface="Plus Jakarta Sans Medium"/>
                <a:sym typeface="Plus Jakarta Sans Medium"/>
              </a:defRPr>
            </a:lvl3pPr>
            <a:lvl4pPr lvl="3">
              <a:spcBef>
                <a:spcPts val="0"/>
              </a:spcBef>
              <a:spcAft>
                <a:spcPts val="0"/>
              </a:spcAft>
              <a:buClr>
                <a:schemeClr val="accent4"/>
              </a:buClr>
              <a:buSzPts val="1200"/>
              <a:buFont typeface="Plus Jakarta Sans Medium"/>
              <a:buNone/>
              <a:defRPr>
                <a:solidFill>
                  <a:schemeClr val="accent4"/>
                </a:solidFill>
                <a:latin typeface="Plus Jakarta Sans Medium"/>
                <a:ea typeface="Plus Jakarta Sans Medium"/>
                <a:cs typeface="Plus Jakarta Sans Medium"/>
                <a:sym typeface="Plus Jakarta Sans Medium"/>
              </a:defRPr>
            </a:lvl4pPr>
            <a:lvl5pPr lvl="4">
              <a:spcBef>
                <a:spcPts val="0"/>
              </a:spcBef>
              <a:spcAft>
                <a:spcPts val="0"/>
              </a:spcAft>
              <a:buClr>
                <a:schemeClr val="accent4"/>
              </a:buClr>
              <a:buSzPts val="1200"/>
              <a:buFont typeface="Plus Jakarta Sans Medium"/>
              <a:buNone/>
              <a:defRPr>
                <a:solidFill>
                  <a:schemeClr val="accent4"/>
                </a:solidFill>
                <a:latin typeface="Plus Jakarta Sans Medium"/>
                <a:ea typeface="Plus Jakarta Sans Medium"/>
                <a:cs typeface="Plus Jakarta Sans Medium"/>
                <a:sym typeface="Plus Jakarta Sans Medium"/>
              </a:defRPr>
            </a:lvl5pPr>
            <a:lvl6pPr lvl="5">
              <a:spcBef>
                <a:spcPts val="0"/>
              </a:spcBef>
              <a:spcAft>
                <a:spcPts val="0"/>
              </a:spcAft>
              <a:buClr>
                <a:schemeClr val="accent4"/>
              </a:buClr>
              <a:buSzPts val="1200"/>
              <a:buFont typeface="Plus Jakarta Sans Medium"/>
              <a:buNone/>
              <a:defRPr>
                <a:solidFill>
                  <a:schemeClr val="accent4"/>
                </a:solidFill>
                <a:latin typeface="Plus Jakarta Sans Medium"/>
                <a:ea typeface="Plus Jakarta Sans Medium"/>
                <a:cs typeface="Plus Jakarta Sans Medium"/>
                <a:sym typeface="Plus Jakarta Sans Medium"/>
              </a:defRPr>
            </a:lvl6pPr>
            <a:lvl7pPr lvl="6">
              <a:spcBef>
                <a:spcPts val="0"/>
              </a:spcBef>
              <a:spcAft>
                <a:spcPts val="0"/>
              </a:spcAft>
              <a:buClr>
                <a:schemeClr val="accent4"/>
              </a:buClr>
              <a:buSzPts val="1200"/>
              <a:buFont typeface="Plus Jakarta Sans Medium"/>
              <a:buNone/>
              <a:defRPr>
                <a:solidFill>
                  <a:schemeClr val="accent4"/>
                </a:solidFill>
                <a:latin typeface="Plus Jakarta Sans Medium"/>
                <a:ea typeface="Plus Jakarta Sans Medium"/>
                <a:cs typeface="Plus Jakarta Sans Medium"/>
                <a:sym typeface="Plus Jakarta Sans Medium"/>
              </a:defRPr>
            </a:lvl7pPr>
            <a:lvl8pPr lvl="7">
              <a:spcBef>
                <a:spcPts val="0"/>
              </a:spcBef>
              <a:spcAft>
                <a:spcPts val="0"/>
              </a:spcAft>
              <a:buClr>
                <a:schemeClr val="accent4"/>
              </a:buClr>
              <a:buSzPts val="1200"/>
              <a:buFont typeface="Plus Jakarta Sans Medium"/>
              <a:buNone/>
              <a:defRPr>
                <a:solidFill>
                  <a:schemeClr val="accent4"/>
                </a:solidFill>
                <a:latin typeface="Plus Jakarta Sans Medium"/>
                <a:ea typeface="Plus Jakarta Sans Medium"/>
                <a:cs typeface="Plus Jakarta Sans Medium"/>
                <a:sym typeface="Plus Jakarta Sans Medium"/>
              </a:defRPr>
            </a:lvl8pPr>
            <a:lvl9pPr lvl="8">
              <a:spcBef>
                <a:spcPts val="0"/>
              </a:spcBef>
              <a:spcAft>
                <a:spcPts val="0"/>
              </a:spcAft>
              <a:buClr>
                <a:schemeClr val="accent4"/>
              </a:buClr>
              <a:buSzPts val="1200"/>
              <a:buFont typeface="Plus Jakarta Sans Medium"/>
              <a:buNone/>
              <a:defRPr>
                <a:solidFill>
                  <a:schemeClr val="accent4"/>
                </a:solidFill>
                <a:latin typeface="Plus Jakarta Sans Medium"/>
                <a:ea typeface="Plus Jakarta Sans Medium"/>
                <a:cs typeface="Plus Jakarta Sans Medium"/>
                <a:sym typeface="Plus Jakarta Sans Medium"/>
              </a:defRPr>
            </a:lvl9pPr>
          </a:lstStyle>
          <a:p/>
        </p:txBody>
      </p:sp>
      <p:sp>
        <p:nvSpPr>
          <p:cNvPr id="52" name="Google Shape;52;p9"/>
          <p:cNvSpPr txBox="1"/>
          <p:nvPr>
            <p:ph idx="6" type="subTitle"/>
          </p:nvPr>
        </p:nvSpPr>
        <p:spPr>
          <a:xfrm>
            <a:off x="228600" y="2073125"/>
            <a:ext cx="575700" cy="181200"/>
          </a:xfrm>
          <a:prstGeom prst="rect">
            <a:avLst/>
          </a:prstGeom>
        </p:spPr>
        <p:txBody>
          <a:bodyPr anchorCtr="0" anchor="ctr" bIns="0" lIns="0" spcFirstLastPara="1" rIns="0" wrap="square" tIns="0">
            <a:noAutofit/>
          </a:bodyPr>
          <a:lstStyle>
            <a:lvl1pPr lvl="0">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1pPr>
            <a:lvl2pPr lvl="1">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2pPr>
            <a:lvl3pPr lvl="2">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3pPr>
            <a:lvl4pPr lvl="3">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4pPr>
            <a:lvl5pPr lvl="4">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5pPr>
            <a:lvl6pPr lvl="5">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6pPr>
            <a:lvl7pPr lvl="6">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7pPr>
            <a:lvl8pPr lvl="7">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8pPr>
            <a:lvl9pPr lvl="8">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9pPr>
          </a:lstStyle>
          <a:p/>
        </p:txBody>
      </p:sp>
      <p:sp>
        <p:nvSpPr>
          <p:cNvPr id="53" name="Google Shape;53;p9"/>
          <p:cNvSpPr txBox="1"/>
          <p:nvPr>
            <p:ph idx="7" type="subTitle"/>
          </p:nvPr>
        </p:nvSpPr>
        <p:spPr>
          <a:xfrm>
            <a:off x="228600" y="2891300"/>
            <a:ext cx="575700" cy="181200"/>
          </a:xfrm>
          <a:prstGeom prst="rect">
            <a:avLst/>
          </a:prstGeom>
        </p:spPr>
        <p:txBody>
          <a:bodyPr anchorCtr="0" anchor="ctr" bIns="0" lIns="0" spcFirstLastPara="1" rIns="0" wrap="square" tIns="0">
            <a:noAutofit/>
          </a:bodyPr>
          <a:lstStyle>
            <a:lvl1pPr lvl="0">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1pPr>
            <a:lvl2pPr lvl="1">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2pPr>
            <a:lvl3pPr lvl="2">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3pPr>
            <a:lvl4pPr lvl="3">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4pPr>
            <a:lvl5pPr lvl="4">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5pPr>
            <a:lvl6pPr lvl="5">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6pPr>
            <a:lvl7pPr lvl="6">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7pPr>
            <a:lvl8pPr lvl="7">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8pPr>
            <a:lvl9pPr lvl="8">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9pPr>
          </a:lstStyle>
          <a:p/>
        </p:txBody>
      </p:sp>
      <p:sp>
        <p:nvSpPr>
          <p:cNvPr id="54" name="Google Shape;54;p9"/>
          <p:cNvSpPr txBox="1"/>
          <p:nvPr>
            <p:ph idx="8" type="subTitle"/>
          </p:nvPr>
        </p:nvSpPr>
        <p:spPr>
          <a:xfrm>
            <a:off x="228600" y="3692625"/>
            <a:ext cx="575700" cy="181200"/>
          </a:xfrm>
          <a:prstGeom prst="rect">
            <a:avLst/>
          </a:prstGeom>
        </p:spPr>
        <p:txBody>
          <a:bodyPr anchorCtr="0" anchor="ctr" bIns="0" lIns="0" spcFirstLastPara="1" rIns="0" wrap="square" tIns="0">
            <a:noAutofit/>
          </a:bodyPr>
          <a:lstStyle>
            <a:lvl1pPr lvl="0">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1pPr>
            <a:lvl2pPr lvl="1">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2pPr>
            <a:lvl3pPr lvl="2">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3pPr>
            <a:lvl4pPr lvl="3">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4pPr>
            <a:lvl5pPr lvl="4">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5pPr>
            <a:lvl6pPr lvl="5">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6pPr>
            <a:lvl7pPr lvl="6">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7pPr>
            <a:lvl8pPr lvl="7">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8pPr>
            <a:lvl9pPr lvl="8">
              <a:spcBef>
                <a:spcPts val="0"/>
              </a:spcBef>
              <a:spcAft>
                <a:spcPts val="0"/>
              </a:spcAft>
              <a:buClr>
                <a:schemeClr val="lt2"/>
              </a:buClr>
              <a:buSzPts val="1200"/>
              <a:buFont typeface="Plus Jakarta Sans Medium"/>
              <a:buNone/>
              <a:defRPr>
                <a:solidFill>
                  <a:schemeClr val="lt2"/>
                </a:solidFill>
                <a:latin typeface="Plus Jakarta Sans Medium"/>
                <a:ea typeface="Plus Jakarta Sans Medium"/>
                <a:cs typeface="Plus Jakarta Sans Medium"/>
                <a:sym typeface="Plus Jakarta Sans Medium"/>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ideas">
  <p:cSld name="BLANK_1_1_1_1_1_1_1_1_1_1_1_1_1_2">
    <p:spTree>
      <p:nvGrpSpPr>
        <p:cNvPr id="55" name="Shape 55"/>
        <p:cNvGrpSpPr/>
        <p:nvPr/>
      </p:nvGrpSpPr>
      <p:grpSpPr>
        <a:xfrm>
          <a:off x="0" y="0"/>
          <a:ext cx="0" cy="0"/>
          <a:chOff x="0" y="0"/>
          <a:chExt cx="0" cy="0"/>
        </a:xfrm>
      </p:grpSpPr>
      <p:sp>
        <p:nvSpPr>
          <p:cNvPr id="56" name="Google Shape;56;p10"/>
          <p:cNvSpPr txBox="1"/>
          <p:nvPr>
            <p:ph type="title"/>
          </p:nvPr>
        </p:nvSpPr>
        <p:spPr>
          <a:xfrm>
            <a:off x="228300" y="921925"/>
            <a:ext cx="3236700" cy="277200"/>
          </a:xfrm>
          <a:prstGeom prst="rect">
            <a:avLst/>
          </a:prstGeom>
        </p:spPr>
        <p:txBody>
          <a:bodyPr anchorCtr="0" anchor="ctr" bIns="0" lIns="0" spcFirstLastPara="1" rIns="0" wrap="square" tIns="0">
            <a:noAutofit/>
          </a:bodyPr>
          <a:lstStyle>
            <a:lvl1pPr lvl="0">
              <a:spcBef>
                <a:spcPts val="0"/>
              </a:spcBef>
              <a:spcAft>
                <a:spcPts val="0"/>
              </a:spcAft>
              <a:buNone/>
              <a:defRPr sz="1800">
                <a:latin typeface="Plus Jakarta Sans Medium"/>
                <a:ea typeface="Plus Jakarta Sans Medium"/>
                <a:cs typeface="Plus Jakarta Sans Medium"/>
                <a:sym typeface="Plus Jakarta Sans Medium"/>
              </a:defRPr>
            </a:lvl1pPr>
            <a:lvl2pPr lvl="1">
              <a:spcBef>
                <a:spcPts val="0"/>
              </a:spcBef>
              <a:spcAft>
                <a:spcPts val="0"/>
              </a:spcAft>
              <a:buNone/>
              <a:defRPr sz="1800">
                <a:latin typeface="Plus Jakarta Sans Medium"/>
                <a:ea typeface="Plus Jakarta Sans Medium"/>
                <a:cs typeface="Plus Jakarta Sans Medium"/>
                <a:sym typeface="Plus Jakarta Sans Medium"/>
              </a:defRPr>
            </a:lvl2pPr>
            <a:lvl3pPr lvl="2">
              <a:spcBef>
                <a:spcPts val="0"/>
              </a:spcBef>
              <a:spcAft>
                <a:spcPts val="0"/>
              </a:spcAft>
              <a:buNone/>
              <a:defRPr sz="1800">
                <a:latin typeface="Plus Jakarta Sans Medium"/>
                <a:ea typeface="Plus Jakarta Sans Medium"/>
                <a:cs typeface="Plus Jakarta Sans Medium"/>
                <a:sym typeface="Plus Jakarta Sans Medium"/>
              </a:defRPr>
            </a:lvl3pPr>
            <a:lvl4pPr lvl="3">
              <a:spcBef>
                <a:spcPts val="0"/>
              </a:spcBef>
              <a:spcAft>
                <a:spcPts val="0"/>
              </a:spcAft>
              <a:buNone/>
              <a:defRPr sz="1800">
                <a:latin typeface="Plus Jakarta Sans Medium"/>
                <a:ea typeface="Plus Jakarta Sans Medium"/>
                <a:cs typeface="Plus Jakarta Sans Medium"/>
                <a:sym typeface="Plus Jakarta Sans Medium"/>
              </a:defRPr>
            </a:lvl4pPr>
            <a:lvl5pPr lvl="4">
              <a:spcBef>
                <a:spcPts val="0"/>
              </a:spcBef>
              <a:spcAft>
                <a:spcPts val="0"/>
              </a:spcAft>
              <a:buNone/>
              <a:defRPr sz="1800">
                <a:latin typeface="Plus Jakarta Sans Medium"/>
                <a:ea typeface="Plus Jakarta Sans Medium"/>
                <a:cs typeface="Plus Jakarta Sans Medium"/>
                <a:sym typeface="Plus Jakarta Sans Medium"/>
              </a:defRPr>
            </a:lvl5pPr>
            <a:lvl6pPr lvl="5">
              <a:spcBef>
                <a:spcPts val="0"/>
              </a:spcBef>
              <a:spcAft>
                <a:spcPts val="0"/>
              </a:spcAft>
              <a:buNone/>
              <a:defRPr sz="1800">
                <a:latin typeface="Plus Jakarta Sans Medium"/>
                <a:ea typeface="Plus Jakarta Sans Medium"/>
                <a:cs typeface="Plus Jakarta Sans Medium"/>
                <a:sym typeface="Plus Jakarta Sans Medium"/>
              </a:defRPr>
            </a:lvl6pPr>
            <a:lvl7pPr lvl="6">
              <a:spcBef>
                <a:spcPts val="0"/>
              </a:spcBef>
              <a:spcAft>
                <a:spcPts val="0"/>
              </a:spcAft>
              <a:buNone/>
              <a:defRPr sz="1800">
                <a:latin typeface="Plus Jakarta Sans Medium"/>
                <a:ea typeface="Plus Jakarta Sans Medium"/>
                <a:cs typeface="Plus Jakarta Sans Medium"/>
                <a:sym typeface="Plus Jakarta Sans Medium"/>
              </a:defRPr>
            </a:lvl7pPr>
            <a:lvl8pPr lvl="7">
              <a:spcBef>
                <a:spcPts val="0"/>
              </a:spcBef>
              <a:spcAft>
                <a:spcPts val="0"/>
              </a:spcAft>
              <a:buNone/>
              <a:defRPr sz="1800">
                <a:latin typeface="Plus Jakarta Sans Medium"/>
                <a:ea typeface="Plus Jakarta Sans Medium"/>
                <a:cs typeface="Plus Jakarta Sans Medium"/>
                <a:sym typeface="Plus Jakarta Sans Medium"/>
              </a:defRPr>
            </a:lvl8pPr>
            <a:lvl9pPr lvl="8">
              <a:spcBef>
                <a:spcPts val="0"/>
              </a:spcBef>
              <a:spcAft>
                <a:spcPts val="0"/>
              </a:spcAft>
              <a:buNone/>
              <a:defRPr sz="1800">
                <a:latin typeface="Plus Jakarta Sans Medium"/>
                <a:ea typeface="Plus Jakarta Sans Medium"/>
                <a:cs typeface="Plus Jakarta Sans Medium"/>
                <a:sym typeface="Plus Jakarta Sans Medium"/>
              </a:defRPr>
            </a:lvl9pPr>
          </a:lstStyle>
          <a:p/>
        </p:txBody>
      </p:sp>
      <p:sp>
        <p:nvSpPr>
          <p:cNvPr id="57" name="Google Shape;57;p10"/>
          <p:cNvSpPr txBox="1"/>
          <p:nvPr>
            <p:ph idx="2" type="title"/>
          </p:nvPr>
        </p:nvSpPr>
        <p:spPr>
          <a:xfrm>
            <a:off x="4788000" y="917325"/>
            <a:ext cx="3236700" cy="277200"/>
          </a:xfrm>
          <a:prstGeom prst="rect">
            <a:avLst/>
          </a:prstGeom>
        </p:spPr>
        <p:txBody>
          <a:bodyPr anchorCtr="0" anchor="ctr" bIns="0" lIns="0" spcFirstLastPara="1" rIns="0" wrap="square" tIns="0">
            <a:noAutofit/>
          </a:bodyPr>
          <a:lstStyle>
            <a:lvl1pPr lvl="0">
              <a:spcBef>
                <a:spcPts val="0"/>
              </a:spcBef>
              <a:spcAft>
                <a:spcPts val="0"/>
              </a:spcAft>
              <a:buNone/>
              <a:defRPr sz="1800">
                <a:latin typeface="Plus Jakarta Sans Medium"/>
                <a:ea typeface="Plus Jakarta Sans Medium"/>
                <a:cs typeface="Plus Jakarta Sans Medium"/>
                <a:sym typeface="Plus Jakarta Sans Medium"/>
              </a:defRPr>
            </a:lvl1pPr>
            <a:lvl2pPr lvl="1">
              <a:spcBef>
                <a:spcPts val="0"/>
              </a:spcBef>
              <a:spcAft>
                <a:spcPts val="0"/>
              </a:spcAft>
              <a:buNone/>
              <a:defRPr sz="1800">
                <a:latin typeface="Plus Jakarta Sans Medium"/>
                <a:ea typeface="Plus Jakarta Sans Medium"/>
                <a:cs typeface="Plus Jakarta Sans Medium"/>
                <a:sym typeface="Plus Jakarta Sans Medium"/>
              </a:defRPr>
            </a:lvl2pPr>
            <a:lvl3pPr lvl="2">
              <a:spcBef>
                <a:spcPts val="0"/>
              </a:spcBef>
              <a:spcAft>
                <a:spcPts val="0"/>
              </a:spcAft>
              <a:buNone/>
              <a:defRPr sz="1800">
                <a:latin typeface="Plus Jakarta Sans Medium"/>
                <a:ea typeface="Plus Jakarta Sans Medium"/>
                <a:cs typeface="Plus Jakarta Sans Medium"/>
                <a:sym typeface="Plus Jakarta Sans Medium"/>
              </a:defRPr>
            </a:lvl3pPr>
            <a:lvl4pPr lvl="3">
              <a:spcBef>
                <a:spcPts val="0"/>
              </a:spcBef>
              <a:spcAft>
                <a:spcPts val="0"/>
              </a:spcAft>
              <a:buNone/>
              <a:defRPr sz="1800">
                <a:latin typeface="Plus Jakarta Sans Medium"/>
                <a:ea typeface="Plus Jakarta Sans Medium"/>
                <a:cs typeface="Plus Jakarta Sans Medium"/>
                <a:sym typeface="Plus Jakarta Sans Medium"/>
              </a:defRPr>
            </a:lvl4pPr>
            <a:lvl5pPr lvl="4">
              <a:spcBef>
                <a:spcPts val="0"/>
              </a:spcBef>
              <a:spcAft>
                <a:spcPts val="0"/>
              </a:spcAft>
              <a:buNone/>
              <a:defRPr sz="1800">
                <a:latin typeface="Plus Jakarta Sans Medium"/>
                <a:ea typeface="Plus Jakarta Sans Medium"/>
                <a:cs typeface="Plus Jakarta Sans Medium"/>
                <a:sym typeface="Plus Jakarta Sans Medium"/>
              </a:defRPr>
            </a:lvl5pPr>
            <a:lvl6pPr lvl="5">
              <a:spcBef>
                <a:spcPts val="0"/>
              </a:spcBef>
              <a:spcAft>
                <a:spcPts val="0"/>
              </a:spcAft>
              <a:buNone/>
              <a:defRPr sz="1800">
                <a:latin typeface="Plus Jakarta Sans Medium"/>
                <a:ea typeface="Plus Jakarta Sans Medium"/>
                <a:cs typeface="Plus Jakarta Sans Medium"/>
                <a:sym typeface="Plus Jakarta Sans Medium"/>
              </a:defRPr>
            </a:lvl6pPr>
            <a:lvl7pPr lvl="6">
              <a:spcBef>
                <a:spcPts val="0"/>
              </a:spcBef>
              <a:spcAft>
                <a:spcPts val="0"/>
              </a:spcAft>
              <a:buNone/>
              <a:defRPr sz="1800">
                <a:latin typeface="Plus Jakarta Sans Medium"/>
                <a:ea typeface="Plus Jakarta Sans Medium"/>
                <a:cs typeface="Plus Jakarta Sans Medium"/>
                <a:sym typeface="Plus Jakarta Sans Medium"/>
              </a:defRPr>
            </a:lvl7pPr>
            <a:lvl8pPr lvl="7">
              <a:spcBef>
                <a:spcPts val="0"/>
              </a:spcBef>
              <a:spcAft>
                <a:spcPts val="0"/>
              </a:spcAft>
              <a:buNone/>
              <a:defRPr sz="1800">
                <a:latin typeface="Plus Jakarta Sans Medium"/>
                <a:ea typeface="Plus Jakarta Sans Medium"/>
                <a:cs typeface="Plus Jakarta Sans Medium"/>
                <a:sym typeface="Plus Jakarta Sans Medium"/>
              </a:defRPr>
            </a:lvl8pPr>
            <a:lvl9pPr lvl="8">
              <a:spcBef>
                <a:spcPts val="0"/>
              </a:spcBef>
              <a:spcAft>
                <a:spcPts val="0"/>
              </a:spcAft>
              <a:buNone/>
              <a:defRPr sz="1800">
                <a:latin typeface="Plus Jakarta Sans Medium"/>
                <a:ea typeface="Plus Jakarta Sans Medium"/>
                <a:cs typeface="Plus Jakarta Sans Medium"/>
                <a:sym typeface="Plus Jakarta Sans Medium"/>
              </a:defRPr>
            </a:lvl9pPr>
          </a:lstStyle>
          <a:p/>
        </p:txBody>
      </p:sp>
      <p:sp>
        <p:nvSpPr>
          <p:cNvPr id="58" name="Google Shape;58;p10"/>
          <p:cNvSpPr txBox="1"/>
          <p:nvPr>
            <p:ph idx="1" type="body"/>
          </p:nvPr>
        </p:nvSpPr>
        <p:spPr>
          <a:xfrm>
            <a:off x="228600" y="1345400"/>
            <a:ext cx="4134300" cy="11040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59" name="Google Shape;59;p10"/>
          <p:cNvSpPr txBox="1"/>
          <p:nvPr>
            <p:ph idx="3" type="body"/>
          </p:nvPr>
        </p:nvSpPr>
        <p:spPr>
          <a:xfrm>
            <a:off x="4781100" y="1345400"/>
            <a:ext cx="4134300" cy="11040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60" name="Google Shape;60;p10"/>
          <p:cNvSpPr txBox="1"/>
          <p:nvPr>
            <p:ph idx="4" type="subTitle"/>
          </p:nvPr>
        </p:nvSpPr>
        <p:spPr>
          <a:xfrm>
            <a:off x="5058000" y="3305850"/>
            <a:ext cx="1656900" cy="181200"/>
          </a:xfrm>
          <a:prstGeom prst="rect">
            <a:avLst/>
          </a:prstGeom>
        </p:spPr>
        <p:txBody>
          <a:bodyPr anchorCtr="0" anchor="ctr" bIns="0" lIns="0" spcFirstLastPara="1" rIns="0" wrap="square" tIns="0">
            <a:spAutoFit/>
          </a:bodyPr>
          <a:lstStyle>
            <a:lvl1pPr lvl="0">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1pPr>
            <a:lvl2pPr lvl="1">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2pPr>
            <a:lvl3pPr lvl="2">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3pPr>
            <a:lvl4pPr lvl="3">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4pPr>
            <a:lvl5pPr lvl="4">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5pPr>
            <a:lvl6pPr lvl="5">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6pPr>
            <a:lvl7pPr lvl="6">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7pPr>
            <a:lvl8pPr lvl="7">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8pPr>
            <a:lvl9pPr lvl="8">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9pPr>
          </a:lstStyle>
          <a:p/>
        </p:txBody>
      </p:sp>
      <p:sp>
        <p:nvSpPr>
          <p:cNvPr id="61" name="Google Shape;61;p10"/>
          <p:cNvSpPr txBox="1"/>
          <p:nvPr>
            <p:ph idx="5" type="body"/>
          </p:nvPr>
        </p:nvSpPr>
        <p:spPr>
          <a:xfrm>
            <a:off x="5058000" y="3595225"/>
            <a:ext cx="1656900" cy="9858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62" name="Google Shape;62;p10"/>
          <p:cNvSpPr txBox="1"/>
          <p:nvPr>
            <p:ph idx="6" type="subTitle"/>
          </p:nvPr>
        </p:nvSpPr>
        <p:spPr>
          <a:xfrm>
            <a:off x="2438171" y="3305838"/>
            <a:ext cx="1656900" cy="181200"/>
          </a:xfrm>
          <a:prstGeom prst="rect">
            <a:avLst/>
          </a:prstGeom>
        </p:spPr>
        <p:txBody>
          <a:bodyPr anchorCtr="0" anchor="ctr" bIns="0" lIns="0" spcFirstLastPara="1" rIns="0" wrap="square" tIns="0">
            <a:spAutoFit/>
          </a:bodyPr>
          <a:lstStyle>
            <a:lvl1pPr lvl="0">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1pPr>
            <a:lvl2pPr lvl="1">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2pPr>
            <a:lvl3pPr lvl="2">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3pPr>
            <a:lvl4pPr lvl="3">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4pPr>
            <a:lvl5pPr lvl="4">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5pPr>
            <a:lvl6pPr lvl="5">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6pPr>
            <a:lvl7pPr lvl="6">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7pPr>
            <a:lvl8pPr lvl="7">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8pPr>
            <a:lvl9pPr lvl="8">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9pPr>
          </a:lstStyle>
          <a:p/>
        </p:txBody>
      </p:sp>
      <p:sp>
        <p:nvSpPr>
          <p:cNvPr id="63" name="Google Shape;63;p10"/>
          <p:cNvSpPr txBox="1"/>
          <p:nvPr>
            <p:ph idx="7" type="body"/>
          </p:nvPr>
        </p:nvSpPr>
        <p:spPr>
          <a:xfrm>
            <a:off x="2438171" y="3595213"/>
            <a:ext cx="1656900" cy="9858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64" name="Google Shape;64;p10"/>
          <p:cNvSpPr/>
          <p:nvPr>
            <p:ph idx="8" type="pic"/>
          </p:nvPr>
        </p:nvSpPr>
        <p:spPr>
          <a:xfrm>
            <a:off x="0" y="3029625"/>
            <a:ext cx="2178300" cy="1895700"/>
          </a:xfrm>
          <a:prstGeom prst="rect">
            <a:avLst/>
          </a:prstGeom>
          <a:noFill/>
          <a:ln>
            <a:noFill/>
          </a:ln>
        </p:spPr>
      </p:sp>
      <p:sp>
        <p:nvSpPr>
          <p:cNvPr id="65" name="Google Shape;65;p10"/>
          <p:cNvSpPr/>
          <p:nvPr>
            <p:ph idx="9" type="pic"/>
          </p:nvPr>
        </p:nvSpPr>
        <p:spPr>
          <a:xfrm>
            <a:off x="6965700" y="3010075"/>
            <a:ext cx="2178300" cy="1895700"/>
          </a:xfrm>
          <a:prstGeom prst="rect">
            <a:avLst/>
          </a:prstGeom>
          <a:noFill/>
          <a:ln>
            <a:no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idea">
  <p:cSld name="BLANK_1_1_1_1_1_1_1_1_1_1_1_1_1_2_1">
    <p:spTree>
      <p:nvGrpSpPr>
        <p:cNvPr id="66" name="Shape 66"/>
        <p:cNvGrpSpPr/>
        <p:nvPr/>
      </p:nvGrpSpPr>
      <p:grpSpPr>
        <a:xfrm>
          <a:off x="0" y="0"/>
          <a:ext cx="0" cy="0"/>
          <a:chOff x="0" y="0"/>
          <a:chExt cx="0" cy="0"/>
        </a:xfrm>
      </p:grpSpPr>
      <p:sp>
        <p:nvSpPr>
          <p:cNvPr id="67" name="Google Shape;67;p11"/>
          <p:cNvSpPr/>
          <p:nvPr/>
        </p:nvSpPr>
        <p:spPr>
          <a:xfrm>
            <a:off x="0" y="3149700"/>
            <a:ext cx="5322300" cy="19938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sp>
        <p:nvSpPr>
          <p:cNvPr id="68" name="Google Shape;68;p11"/>
          <p:cNvSpPr txBox="1"/>
          <p:nvPr>
            <p:ph type="title"/>
          </p:nvPr>
        </p:nvSpPr>
        <p:spPr>
          <a:xfrm>
            <a:off x="228600" y="191575"/>
            <a:ext cx="4285800" cy="393600"/>
          </a:xfrm>
          <a:prstGeom prst="rect">
            <a:avLst/>
          </a:prstGeom>
        </p:spPr>
        <p:txBody>
          <a:bodyPr anchorCtr="0" anchor="t" bIns="0" lIns="0" spcFirstLastPara="1" rIns="0" wrap="square" tIns="0">
            <a:spAutoFit/>
          </a:bodyPr>
          <a:lstStyle>
            <a:lvl1pPr lvl="0">
              <a:spcBef>
                <a:spcPts val="0"/>
              </a:spcBef>
              <a:spcAft>
                <a:spcPts val="0"/>
              </a:spcAft>
              <a:buNone/>
              <a:defRPr sz="3000">
                <a:solidFill>
                  <a:schemeClr val="accent3"/>
                </a:solidFill>
                <a:latin typeface="Plus Jakarta Sans Medium"/>
                <a:ea typeface="Plus Jakarta Sans Medium"/>
                <a:cs typeface="Plus Jakarta Sans Medium"/>
                <a:sym typeface="Plus Jakarta Sans Medium"/>
              </a:defRPr>
            </a:lvl1pPr>
            <a:lvl2pPr lvl="1">
              <a:spcBef>
                <a:spcPts val="0"/>
              </a:spcBef>
              <a:spcAft>
                <a:spcPts val="0"/>
              </a:spcAft>
              <a:buNone/>
              <a:defRPr sz="3000">
                <a:solidFill>
                  <a:schemeClr val="accent3"/>
                </a:solidFill>
                <a:latin typeface="Plus Jakarta Sans Medium"/>
                <a:ea typeface="Plus Jakarta Sans Medium"/>
                <a:cs typeface="Plus Jakarta Sans Medium"/>
                <a:sym typeface="Plus Jakarta Sans Medium"/>
              </a:defRPr>
            </a:lvl2pPr>
            <a:lvl3pPr lvl="2">
              <a:spcBef>
                <a:spcPts val="0"/>
              </a:spcBef>
              <a:spcAft>
                <a:spcPts val="0"/>
              </a:spcAft>
              <a:buNone/>
              <a:defRPr sz="3000">
                <a:solidFill>
                  <a:schemeClr val="accent3"/>
                </a:solidFill>
                <a:latin typeface="Plus Jakarta Sans Medium"/>
                <a:ea typeface="Plus Jakarta Sans Medium"/>
                <a:cs typeface="Plus Jakarta Sans Medium"/>
                <a:sym typeface="Plus Jakarta Sans Medium"/>
              </a:defRPr>
            </a:lvl3pPr>
            <a:lvl4pPr lvl="3">
              <a:spcBef>
                <a:spcPts val="0"/>
              </a:spcBef>
              <a:spcAft>
                <a:spcPts val="0"/>
              </a:spcAft>
              <a:buNone/>
              <a:defRPr sz="3000">
                <a:solidFill>
                  <a:schemeClr val="accent3"/>
                </a:solidFill>
                <a:latin typeface="Plus Jakarta Sans Medium"/>
                <a:ea typeface="Plus Jakarta Sans Medium"/>
                <a:cs typeface="Plus Jakarta Sans Medium"/>
                <a:sym typeface="Plus Jakarta Sans Medium"/>
              </a:defRPr>
            </a:lvl4pPr>
            <a:lvl5pPr lvl="4">
              <a:spcBef>
                <a:spcPts val="0"/>
              </a:spcBef>
              <a:spcAft>
                <a:spcPts val="0"/>
              </a:spcAft>
              <a:buNone/>
              <a:defRPr sz="3000">
                <a:solidFill>
                  <a:schemeClr val="accent3"/>
                </a:solidFill>
                <a:latin typeface="Plus Jakarta Sans Medium"/>
                <a:ea typeface="Plus Jakarta Sans Medium"/>
                <a:cs typeface="Plus Jakarta Sans Medium"/>
                <a:sym typeface="Plus Jakarta Sans Medium"/>
              </a:defRPr>
            </a:lvl5pPr>
            <a:lvl6pPr lvl="5">
              <a:spcBef>
                <a:spcPts val="0"/>
              </a:spcBef>
              <a:spcAft>
                <a:spcPts val="0"/>
              </a:spcAft>
              <a:buNone/>
              <a:defRPr sz="3000">
                <a:solidFill>
                  <a:schemeClr val="accent3"/>
                </a:solidFill>
                <a:latin typeface="Plus Jakarta Sans Medium"/>
                <a:ea typeface="Plus Jakarta Sans Medium"/>
                <a:cs typeface="Plus Jakarta Sans Medium"/>
                <a:sym typeface="Plus Jakarta Sans Medium"/>
              </a:defRPr>
            </a:lvl6pPr>
            <a:lvl7pPr lvl="6">
              <a:spcBef>
                <a:spcPts val="0"/>
              </a:spcBef>
              <a:spcAft>
                <a:spcPts val="0"/>
              </a:spcAft>
              <a:buNone/>
              <a:defRPr sz="3000">
                <a:solidFill>
                  <a:schemeClr val="accent3"/>
                </a:solidFill>
                <a:latin typeface="Plus Jakarta Sans Medium"/>
                <a:ea typeface="Plus Jakarta Sans Medium"/>
                <a:cs typeface="Plus Jakarta Sans Medium"/>
                <a:sym typeface="Plus Jakarta Sans Medium"/>
              </a:defRPr>
            </a:lvl7pPr>
            <a:lvl8pPr lvl="7">
              <a:spcBef>
                <a:spcPts val="0"/>
              </a:spcBef>
              <a:spcAft>
                <a:spcPts val="0"/>
              </a:spcAft>
              <a:buNone/>
              <a:defRPr sz="3000">
                <a:solidFill>
                  <a:schemeClr val="accent3"/>
                </a:solidFill>
                <a:latin typeface="Plus Jakarta Sans Medium"/>
                <a:ea typeface="Plus Jakarta Sans Medium"/>
                <a:cs typeface="Plus Jakarta Sans Medium"/>
                <a:sym typeface="Plus Jakarta Sans Medium"/>
              </a:defRPr>
            </a:lvl8pPr>
            <a:lvl9pPr lvl="8">
              <a:spcBef>
                <a:spcPts val="0"/>
              </a:spcBef>
              <a:spcAft>
                <a:spcPts val="0"/>
              </a:spcAft>
              <a:buNone/>
              <a:defRPr sz="3000">
                <a:solidFill>
                  <a:schemeClr val="accent3"/>
                </a:solidFill>
                <a:latin typeface="Plus Jakarta Sans Medium"/>
                <a:ea typeface="Plus Jakarta Sans Medium"/>
                <a:cs typeface="Plus Jakarta Sans Medium"/>
                <a:sym typeface="Plus Jakarta Sans Medium"/>
              </a:defRPr>
            </a:lvl9pPr>
          </a:lstStyle>
          <a:p/>
        </p:txBody>
      </p:sp>
      <p:sp>
        <p:nvSpPr>
          <p:cNvPr id="69" name="Google Shape;69;p11"/>
          <p:cNvSpPr txBox="1"/>
          <p:nvPr>
            <p:ph idx="1" type="body"/>
          </p:nvPr>
        </p:nvSpPr>
        <p:spPr>
          <a:xfrm>
            <a:off x="228600" y="1317900"/>
            <a:ext cx="4285800" cy="9645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70" name="Google Shape;70;p11"/>
          <p:cNvSpPr txBox="1"/>
          <p:nvPr>
            <p:ph idx="2" type="subTitle"/>
          </p:nvPr>
        </p:nvSpPr>
        <p:spPr>
          <a:xfrm>
            <a:off x="228600" y="3402700"/>
            <a:ext cx="1956900" cy="181200"/>
          </a:xfrm>
          <a:prstGeom prst="rect">
            <a:avLst/>
          </a:prstGeom>
        </p:spPr>
        <p:txBody>
          <a:bodyPr anchorCtr="0" anchor="ctr" bIns="0" lIns="0" spcFirstLastPara="1" rIns="0" wrap="square" tIns="0">
            <a:spAutoFit/>
          </a:bodyPr>
          <a:lstStyle>
            <a:lvl1pPr lvl="0">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1pPr>
            <a:lvl2pPr lvl="1">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2pPr>
            <a:lvl3pPr lvl="2">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3pPr>
            <a:lvl4pPr lvl="3">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4pPr>
            <a:lvl5pPr lvl="4">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5pPr>
            <a:lvl6pPr lvl="5">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6pPr>
            <a:lvl7pPr lvl="6">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7pPr>
            <a:lvl8pPr lvl="7">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8pPr>
            <a:lvl9pPr lvl="8">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9pPr>
          </a:lstStyle>
          <a:p/>
        </p:txBody>
      </p:sp>
      <p:sp>
        <p:nvSpPr>
          <p:cNvPr id="71" name="Google Shape;71;p11"/>
          <p:cNvSpPr txBox="1"/>
          <p:nvPr>
            <p:ph idx="3" type="body"/>
          </p:nvPr>
        </p:nvSpPr>
        <p:spPr>
          <a:xfrm>
            <a:off x="228600" y="3692075"/>
            <a:ext cx="1956900" cy="9858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72" name="Google Shape;72;p11"/>
          <p:cNvSpPr txBox="1"/>
          <p:nvPr>
            <p:ph idx="4" type="subTitle"/>
          </p:nvPr>
        </p:nvSpPr>
        <p:spPr>
          <a:xfrm>
            <a:off x="2557500" y="3402700"/>
            <a:ext cx="1956900" cy="181200"/>
          </a:xfrm>
          <a:prstGeom prst="rect">
            <a:avLst/>
          </a:prstGeom>
        </p:spPr>
        <p:txBody>
          <a:bodyPr anchorCtr="0" anchor="ctr" bIns="0" lIns="0" spcFirstLastPara="1" rIns="0" wrap="square" tIns="0">
            <a:spAutoFit/>
          </a:bodyPr>
          <a:lstStyle>
            <a:lvl1pPr lvl="0">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1pPr>
            <a:lvl2pPr lvl="1">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2pPr>
            <a:lvl3pPr lvl="2">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3pPr>
            <a:lvl4pPr lvl="3">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4pPr>
            <a:lvl5pPr lvl="4">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5pPr>
            <a:lvl6pPr lvl="5">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6pPr>
            <a:lvl7pPr lvl="6">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7pPr>
            <a:lvl8pPr lvl="7">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8pPr>
            <a:lvl9pPr lvl="8">
              <a:lnSpc>
                <a:spcPct val="90000"/>
              </a:lnSpc>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9pPr>
          </a:lstStyle>
          <a:p/>
        </p:txBody>
      </p:sp>
      <p:sp>
        <p:nvSpPr>
          <p:cNvPr id="73" name="Google Shape;73;p11"/>
          <p:cNvSpPr txBox="1"/>
          <p:nvPr>
            <p:ph idx="5" type="body"/>
          </p:nvPr>
        </p:nvSpPr>
        <p:spPr>
          <a:xfrm>
            <a:off x="2557500" y="3692075"/>
            <a:ext cx="1956900" cy="9858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74" name="Google Shape;74;p11"/>
          <p:cNvSpPr/>
          <p:nvPr>
            <p:ph idx="6" type="pic"/>
          </p:nvPr>
        </p:nvSpPr>
        <p:spPr>
          <a:xfrm rot="-5400000">
            <a:off x="4491900" y="497850"/>
            <a:ext cx="5156400" cy="4147800"/>
          </a:xfrm>
          <a:prstGeom prst="round2SameRect">
            <a:avLst>
              <a:gd fmla="val 8254" name="adj1"/>
              <a:gd fmla="val 0" name="adj2"/>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ubtitle and image">
  <p:cSld name="BLANK_1_1_1_1_1_1_1_1_1_1_1_1_1_1_1_1_1_1_1_1_1">
    <p:spTree>
      <p:nvGrpSpPr>
        <p:cNvPr id="75" name="Shape 75"/>
        <p:cNvGrpSpPr/>
        <p:nvPr/>
      </p:nvGrpSpPr>
      <p:grpSpPr>
        <a:xfrm>
          <a:off x="0" y="0"/>
          <a:ext cx="0" cy="0"/>
          <a:chOff x="0" y="0"/>
          <a:chExt cx="0" cy="0"/>
        </a:xfrm>
      </p:grpSpPr>
      <p:sp>
        <p:nvSpPr>
          <p:cNvPr id="76" name="Google Shape;76;p12"/>
          <p:cNvSpPr/>
          <p:nvPr>
            <p:ph idx="2" type="pic"/>
          </p:nvPr>
        </p:nvSpPr>
        <p:spPr>
          <a:xfrm>
            <a:off x="228650" y="2813125"/>
            <a:ext cx="8018700" cy="2099100"/>
          </a:xfrm>
          <a:prstGeom prst="roundRect">
            <a:avLst>
              <a:gd fmla="val 7988" name="adj"/>
            </a:avLst>
          </a:prstGeom>
          <a:noFill/>
          <a:ln>
            <a:noFill/>
          </a:ln>
        </p:spPr>
      </p:sp>
      <p:sp>
        <p:nvSpPr>
          <p:cNvPr id="77" name="Google Shape;77;p12"/>
          <p:cNvSpPr txBox="1"/>
          <p:nvPr>
            <p:ph idx="1" type="subTitle"/>
          </p:nvPr>
        </p:nvSpPr>
        <p:spPr>
          <a:xfrm>
            <a:off x="228600" y="947332"/>
            <a:ext cx="6480300" cy="5958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1pPr>
            <a:lvl2pPr lvl="1">
              <a:lnSpc>
                <a:spcPct val="115000"/>
              </a:lnSpc>
              <a:spcBef>
                <a:spcPts val="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2pPr>
            <a:lvl3pPr lvl="2">
              <a:lnSpc>
                <a:spcPct val="115000"/>
              </a:lnSpc>
              <a:spcBef>
                <a:spcPts val="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3pPr>
            <a:lvl4pPr lvl="3">
              <a:lnSpc>
                <a:spcPct val="115000"/>
              </a:lnSpc>
              <a:spcBef>
                <a:spcPts val="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4pPr>
            <a:lvl5pPr lvl="4">
              <a:lnSpc>
                <a:spcPct val="115000"/>
              </a:lnSpc>
              <a:spcBef>
                <a:spcPts val="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5pPr>
            <a:lvl6pPr lvl="5">
              <a:lnSpc>
                <a:spcPct val="115000"/>
              </a:lnSpc>
              <a:spcBef>
                <a:spcPts val="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6pPr>
            <a:lvl7pPr lvl="6">
              <a:lnSpc>
                <a:spcPct val="115000"/>
              </a:lnSpc>
              <a:spcBef>
                <a:spcPts val="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7pPr>
            <a:lvl8pPr lvl="7">
              <a:lnSpc>
                <a:spcPct val="115000"/>
              </a:lnSpc>
              <a:spcBef>
                <a:spcPts val="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8pPr>
            <a:lvl9pPr lvl="8">
              <a:lnSpc>
                <a:spcPct val="115000"/>
              </a:lnSpc>
              <a:spcBef>
                <a:spcPts val="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9pPr>
          </a:lstStyle>
          <a:p/>
        </p:txBody>
      </p:sp>
      <p:sp>
        <p:nvSpPr>
          <p:cNvPr id="78" name="Google Shape;78;p12"/>
          <p:cNvSpPr txBox="1"/>
          <p:nvPr>
            <p:ph type="title"/>
          </p:nvPr>
        </p:nvSpPr>
        <p:spPr>
          <a:xfrm>
            <a:off x="228600" y="228600"/>
            <a:ext cx="6480300" cy="498600"/>
          </a:xfrm>
          <a:prstGeom prst="rect">
            <a:avLst/>
          </a:prstGeom>
        </p:spPr>
        <p:txBody>
          <a:bodyPr anchorCtr="0" anchor="t" bIns="0" lIns="0" spcFirstLastPara="1" rIns="0" wrap="square" tIns="0">
            <a:spAutoFit/>
          </a:bodyPr>
          <a:lstStyle>
            <a:lvl1pPr lvl="0">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1pPr>
            <a:lvl2pPr lvl="1">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2pPr>
            <a:lvl3pPr lvl="2">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3pPr>
            <a:lvl4pPr lvl="3">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4pPr>
            <a:lvl5pPr lvl="4">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5pPr>
            <a:lvl6pPr lvl="5">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6pPr>
            <a:lvl7pPr lvl="6">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7pPr>
            <a:lvl8pPr lvl="7">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8pPr>
            <a:lvl9pPr lvl="8">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 team 1">
  <p:cSld name="BLANK_1_1_1_1_1_1_1_1_1_1_1_1_1_1_1_1_1_1_1_1_1_1">
    <p:spTree>
      <p:nvGrpSpPr>
        <p:cNvPr id="79" name="Shape 79"/>
        <p:cNvGrpSpPr/>
        <p:nvPr/>
      </p:nvGrpSpPr>
      <p:grpSpPr>
        <a:xfrm>
          <a:off x="0" y="0"/>
          <a:ext cx="0" cy="0"/>
          <a:chOff x="0" y="0"/>
          <a:chExt cx="0" cy="0"/>
        </a:xfrm>
      </p:grpSpPr>
      <p:sp>
        <p:nvSpPr>
          <p:cNvPr id="80" name="Google Shape;80;p13"/>
          <p:cNvSpPr/>
          <p:nvPr>
            <p:ph idx="2" type="pic"/>
          </p:nvPr>
        </p:nvSpPr>
        <p:spPr>
          <a:xfrm>
            <a:off x="354750" y="1034550"/>
            <a:ext cx="1833000" cy="1833000"/>
          </a:xfrm>
          <a:prstGeom prst="roundRect">
            <a:avLst>
              <a:gd fmla="val 8703" name="adj"/>
            </a:avLst>
          </a:prstGeom>
          <a:noFill/>
          <a:ln>
            <a:noFill/>
          </a:ln>
        </p:spPr>
      </p:sp>
      <p:sp>
        <p:nvSpPr>
          <p:cNvPr id="81" name="Google Shape;81;p13"/>
          <p:cNvSpPr/>
          <p:nvPr>
            <p:ph idx="3" type="pic"/>
          </p:nvPr>
        </p:nvSpPr>
        <p:spPr>
          <a:xfrm>
            <a:off x="2555250" y="1034550"/>
            <a:ext cx="1833000" cy="1833000"/>
          </a:xfrm>
          <a:prstGeom prst="roundRect">
            <a:avLst>
              <a:gd fmla="val 8703" name="adj"/>
            </a:avLst>
          </a:prstGeom>
          <a:noFill/>
          <a:ln>
            <a:noFill/>
          </a:ln>
        </p:spPr>
      </p:sp>
      <p:sp>
        <p:nvSpPr>
          <p:cNvPr id="82" name="Google Shape;82;p13"/>
          <p:cNvSpPr/>
          <p:nvPr>
            <p:ph idx="4" type="pic"/>
          </p:nvPr>
        </p:nvSpPr>
        <p:spPr>
          <a:xfrm>
            <a:off x="4755750" y="1034550"/>
            <a:ext cx="1833000" cy="1833000"/>
          </a:xfrm>
          <a:prstGeom prst="roundRect">
            <a:avLst>
              <a:gd fmla="val 8703" name="adj"/>
            </a:avLst>
          </a:prstGeom>
          <a:noFill/>
          <a:ln>
            <a:noFill/>
          </a:ln>
        </p:spPr>
      </p:sp>
      <p:sp>
        <p:nvSpPr>
          <p:cNvPr id="83" name="Google Shape;83;p13"/>
          <p:cNvSpPr/>
          <p:nvPr>
            <p:ph idx="5" type="pic"/>
          </p:nvPr>
        </p:nvSpPr>
        <p:spPr>
          <a:xfrm>
            <a:off x="6956250" y="1034550"/>
            <a:ext cx="1833000" cy="1833000"/>
          </a:xfrm>
          <a:prstGeom prst="roundRect">
            <a:avLst>
              <a:gd fmla="val 8703" name="adj"/>
            </a:avLst>
          </a:prstGeom>
          <a:noFill/>
          <a:ln>
            <a:noFill/>
          </a:ln>
        </p:spPr>
      </p:sp>
      <p:sp>
        <p:nvSpPr>
          <p:cNvPr id="84" name="Google Shape;84;p13"/>
          <p:cNvSpPr txBox="1"/>
          <p:nvPr>
            <p:ph idx="1" type="subTitle"/>
          </p:nvPr>
        </p:nvSpPr>
        <p:spPr>
          <a:xfrm>
            <a:off x="399725" y="3034650"/>
            <a:ext cx="17169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9pPr>
          </a:lstStyle>
          <a:p/>
        </p:txBody>
      </p:sp>
      <p:sp>
        <p:nvSpPr>
          <p:cNvPr id="85" name="Google Shape;85;p13"/>
          <p:cNvSpPr txBox="1"/>
          <p:nvPr>
            <p:ph idx="6" type="subTitle"/>
          </p:nvPr>
        </p:nvSpPr>
        <p:spPr>
          <a:xfrm>
            <a:off x="399725" y="3246100"/>
            <a:ext cx="17169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86" name="Google Shape;86;p13"/>
          <p:cNvSpPr txBox="1"/>
          <p:nvPr>
            <p:ph idx="7" type="body"/>
          </p:nvPr>
        </p:nvSpPr>
        <p:spPr>
          <a:xfrm>
            <a:off x="399725" y="3628825"/>
            <a:ext cx="1716900" cy="9930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87" name="Google Shape;87;p13"/>
          <p:cNvSpPr txBox="1"/>
          <p:nvPr>
            <p:ph idx="8" type="subTitle"/>
          </p:nvPr>
        </p:nvSpPr>
        <p:spPr>
          <a:xfrm>
            <a:off x="2600225" y="3034650"/>
            <a:ext cx="17169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9pPr>
          </a:lstStyle>
          <a:p/>
        </p:txBody>
      </p:sp>
      <p:sp>
        <p:nvSpPr>
          <p:cNvPr id="88" name="Google Shape;88;p13"/>
          <p:cNvSpPr txBox="1"/>
          <p:nvPr>
            <p:ph idx="9" type="subTitle"/>
          </p:nvPr>
        </p:nvSpPr>
        <p:spPr>
          <a:xfrm>
            <a:off x="2600225" y="3246100"/>
            <a:ext cx="17169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89" name="Google Shape;89;p13"/>
          <p:cNvSpPr txBox="1"/>
          <p:nvPr>
            <p:ph idx="13" type="body"/>
          </p:nvPr>
        </p:nvSpPr>
        <p:spPr>
          <a:xfrm>
            <a:off x="2600225" y="3628825"/>
            <a:ext cx="1716900" cy="9930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90" name="Google Shape;90;p13"/>
          <p:cNvSpPr txBox="1"/>
          <p:nvPr>
            <p:ph idx="14" type="subTitle"/>
          </p:nvPr>
        </p:nvSpPr>
        <p:spPr>
          <a:xfrm>
            <a:off x="4800725" y="3034650"/>
            <a:ext cx="17169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9pPr>
          </a:lstStyle>
          <a:p/>
        </p:txBody>
      </p:sp>
      <p:sp>
        <p:nvSpPr>
          <p:cNvPr id="91" name="Google Shape;91;p13"/>
          <p:cNvSpPr txBox="1"/>
          <p:nvPr>
            <p:ph idx="15" type="subTitle"/>
          </p:nvPr>
        </p:nvSpPr>
        <p:spPr>
          <a:xfrm>
            <a:off x="4800725" y="3246100"/>
            <a:ext cx="17169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92" name="Google Shape;92;p13"/>
          <p:cNvSpPr txBox="1"/>
          <p:nvPr>
            <p:ph idx="16" type="body"/>
          </p:nvPr>
        </p:nvSpPr>
        <p:spPr>
          <a:xfrm>
            <a:off x="4800725" y="3628825"/>
            <a:ext cx="1716900" cy="9930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93" name="Google Shape;93;p13"/>
          <p:cNvSpPr txBox="1"/>
          <p:nvPr>
            <p:ph idx="17" type="subTitle"/>
          </p:nvPr>
        </p:nvSpPr>
        <p:spPr>
          <a:xfrm>
            <a:off x="7001225" y="3034650"/>
            <a:ext cx="17169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200"/>
              <a:buFont typeface="Plus Jakarta Sans Medium"/>
              <a:buNone/>
              <a:defRPr>
                <a:latin typeface="Plus Jakarta Sans Medium"/>
                <a:ea typeface="Plus Jakarta Sans Medium"/>
                <a:cs typeface="Plus Jakarta Sans Medium"/>
                <a:sym typeface="Plus Jakarta Sans Medium"/>
              </a:defRPr>
            </a:lvl9pPr>
          </a:lstStyle>
          <a:p/>
        </p:txBody>
      </p:sp>
      <p:sp>
        <p:nvSpPr>
          <p:cNvPr id="94" name="Google Shape;94;p13"/>
          <p:cNvSpPr txBox="1"/>
          <p:nvPr>
            <p:ph idx="18" type="subTitle"/>
          </p:nvPr>
        </p:nvSpPr>
        <p:spPr>
          <a:xfrm>
            <a:off x="7001225" y="3246100"/>
            <a:ext cx="17169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95" name="Google Shape;95;p13"/>
          <p:cNvSpPr txBox="1"/>
          <p:nvPr>
            <p:ph idx="19" type="body"/>
          </p:nvPr>
        </p:nvSpPr>
        <p:spPr>
          <a:xfrm>
            <a:off x="7001225" y="3628825"/>
            <a:ext cx="1716900" cy="9930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 team 2">
  <p:cSld name="BLANK_1_1_1_1_1_1_1_1_1_1_1_1_1_1_1_1_1_1_1_1_1_1_2">
    <p:spTree>
      <p:nvGrpSpPr>
        <p:cNvPr id="96" name="Shape 96"/>
        <p:cNvGrpSpPr/>
        <p:nvPr/>
      </p:nvGrpSpPr>
      <p:grpSpPr>
        <a:xfrm>
          <a:off x="0" y="0"/>
          <a:ext cx="0" cy="0"/>
          <a:chOff x="0" y="0"/>
          <a:chExt cx="0" cy="0"/>
        </a:xfrm>
      </p:grpSpPr>
      <p:sp>
        <p:nvSpPr>
          <p:cNvPr id="97" name="Google Shape;97;p14"/>
          <p:cNvSpPr txBox="1"/>
          <p:nvPr>
            <p:ph idx="1" type="subTitle"/>
          </p:nvPr>
        </p:nvSpPr>
        <p:spPr>
          <a:xfrm>
            <a:off x="353900" y="2266000"/>
            <a:ext cx="10983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9pPr>
          </a:lstStyle>
          <a:p/>
        </p:txBody>
      </p:sp>
      <p:sp>
        <p:nvSpPr>
          <p:cNvPr id="98" name="Google Shape;98;p14"/>
          <p:cNvSpPr txBox="1"/>
          <p:nvPr>
            <p:ph idx="2" type="subTitle"/>
          </p:nvPr>
        </p:nvSpPr>
        <p:spPr>
          <a:xfrm>
            <a:off x="353900" y="2471000"/>
            <a:ext cx="1257300" cy="132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99" name="Google Shape;99;p14"/>
          <p:cNvSpPr/>
          <p:nvPr>
            <p:ph idx="3" type="pic"/>
          </p:nvPr>
        </p:nvSpPr>
        <p:spPr>
          <a:xfrm>
            <a:off x="321050" y="825750"/>
            <a:ext cx="1342200" cy="1342200"/>
          </a:xfrm>
          <a:prstGeom prst="roundRect">
            <a:avLst>
              <a:gd fmla="val 8618" name="adj"/>
            </a:avLst>
          </a:prstGeom>
          <a:noFill/>
          <a:ln>
            <a:noFill/>
          </a:ln>
        </p:spPr>
      </p:sp>
      <p:sp>
        <p:nvSpPr>
          <p:cNvPr id="100" name="Google Shape;100;p14"/>
          <p:cNvSpPr txBox="1"/>
          <p:nvPr>
            <p:ph idx="4" type="subTitle"/>
          </p:nvPr>
        </p:nvSpPr>
        <p:spPr>
          <a:xfrm>
            <a:off x="2003288" y="2266000"/>
            <a:ext cx="10983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9pPr>
          </a:lstStyle>
          <a:p/>
        </p:txBody>
      </p:sp>
      <p:sp>
        <p:nvSpPr>
          <p:cNvPr id="101" name="Google Shape;101;p14"/>
          <p:cNvSpPr txBox="1"/>
          <p:nvPr>
            <p:ph idx="5" type="subTitle"/>
          </p:nvPr>
        </p:nvSpPr>
        <p:spPr>
          <a:xfrm>
            <a:off x="2003288" y="2471000"/>
            <a:ext cx="1257300" cy="132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102" name="Google Shape;102;p14"/>
          <p:cNvSpPr/>
          <p:nvPr>
            <p:ph idx="6" type="pic"/>
          </p:nvPr>
        </p:nvSpPr>
        <p:spPr>
          <a:xfrm>
            <a:off x="1970438" y="825750"/>
            <a:ext cx="1342200" cy="1342200"/>
          </a:xfrm>
          <a:prstGeom prst="roundRect">
            <a:avLst>
              <a:gd fmla="val 8618" name="adj"/>
            </a:avLst>
          </a:prstGeom>
          <a:noFill/>
          <a:ln>
            <a:noFill/>
          </a:ln>
        </p:spPr>
      </p:sp>
      <p:sp>
        <p:nvSpPr>
          <p:cNvPr id="103" name="Google Shape;103;p14"/>
          <p:cNvSpPr txBox="1"/>
          <p:nvPr>
            <p:ph idx="7" type="subTitle"/>
          </p:nvPr>
        </p:nvSpPr>
        <p:spPr>
          <a:xfrm>
            <a:off x="3652675" y="2266000"/>
            <a:ext cx="10983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9pPr>
          </a:lstStyle>
          <a:p/>
        </p:txBody>
      </p:sp>
      <p:sp>
        <p:nvSpPr>
          <p:cNvPr id="104" name="Google Shape;104;p14"/>
          <p:cNvSpPr txBox="1"/>
          <p:nvPr>
            <p:ph idx="8" type="subTitle"/>
          </p:nvPr>
        </p:nvSpPr>
        <p:spPr>
          <a:xfrm>
            <a:off x="3652675" y="2471000"/>
            <a:ext cx="1257300" cy="132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105" name="Google Shape;105;p14"/>
          <p:cNvSpPr/>
          <p:nvPr>
            <p:ph idx="9" type="pic"/>
          </p:nvPr>
        </p:nvSpPr>
        <p:spPr>
          <a:xfrm>
            <a:off x="3619825" y="825750"/>
            <a:ext cx="1342200" cy="1342200"/>
          </a:xfrm>
          <a:prstGeom prst="roundRect">
            <a:avLst>
              <a:gd fmla="val 8618" name="adj"/>
            </a:avLst>
          </a:prstGeom>
          <a:noFill/>
          <a:ln>
            <a:noFill/>
          </a:ln>
        </p:spPr>
      </p:sp>
      <p:sp>
        <p:nvSpPr>
          <p:cNvPr id="106" name="Google Shape;106;p14"/>
          <p:cNvSpPr txBox="1"/>
          <p:nvPr>
            <p:ph idx="13" type="subTitle"/>
          </p:nvPr>
        </p:nvSpPr>
        <p:spPr>
          <a:xfrm>
            <a:off x="5302050" y="2266000"/>
            <a:ext cx="10983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9pPr>
          </a:lstStyle>
          <a:p/>
        </p:txBody>
      </p:sp>
      <p:sp>
        <p:nvSpPr>
          <p:cNvPr id="107" name="Google Shape;107;p14"/>
          <p:cNvSpPr txBox="1"/>
          <p:nvPr>
            <p:ph idx="14" type="subTitle"/>
          </p:nvPr>
        </p:nvSpPr>
        <p:spPr>
          <a:xfrm>
            <a:off x="5302050" y="2471000"/>
            <a:ext cx="1257300" cy="132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108" name="Google Shape;108;p14"/>
          <p:cNvSpPr/>
          <p:nvPr>
            <p:ph idx="15" type="pic"/>
          </p:nvPr>
        </p:nvSpPr>
        <p:spPr>
          <a:xfrm>
            <a:off x="5269200" y="825750"/>
            <a:ext cx="1342200" cy="1342200"/>
          </a:xfrm>
          <a:prstGeom prst="roundRect">
            <a:avLst>
              <a:gd fmla="val 8618" name="adj"/>
            </a:avLst>
          </a:prstGeom>
          <a:noFill/>
          <a:ln>
            <a:noFill/>
          </a:ln>
        </p:spPr>
      </p:sp>
      <p:sp>
        <p:nvSpPr>
          <p:cNvPr id="109" name="Google Shape;109;p14"/>
          <p:cNvSpPr txBox="1"/>
          <p:nvPr>
            <p:ph idx="16" type="subTitle"/>
          </p:nvPr>
        </p:nvSpPr>
        <p:spPr>
          <a:xfrm>
            <a:off x="2003300" y="4416250"/>
            <a:ext cx="10983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9pPr>
          </a:lstStyle>
          <a:p/>
        </p:txBody>
      </p:sp>
      <p:sp>
        <p:nvSpPr>
          <p:cNvPr id="110" name="Google Shape;110;p14"/>
          <p:cNvSpPr txBox="1"/>
          <p:nvPr>
            <p:ph idx="17" type="subTitle"/>
          </p:nvPr>
        </p:nvSpPr>
        <p:spPr>
          <a:xfrm>
            <a:off x="2003300" y="4621250"/>
            <a:ext cx="1257300" cy="132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111" name="Google Shape;111;p14"/>
          <p:cNvSpPr/>
          <p:nvPr>
            <p:ph idx="18" type="pic"/>
          </p:nvPr>
        </p:nvSpPr>
        <p:spPr>
          <a:xfrm>
            <a:off x="1970450" y="2976000"/>
            <a:ext cx="1342200" cy="1342200"/>
          </a:xfrm>
          <a:prstGeom prst="roundRect">
            <a:avLst>
              <a:gd fmla="val 8618" name="adj"/>
            </a:avLst>
          </a:prstGeom>
          <a:noFill/>
          <a:ln>
            <a:noFill/>
          </a:ln>
        </p:spPr>
      </p:sp>
      <p:sp>
        <p:nvSpPr>
          <p:cNvPr id="112" name="Google Shape;112;p14"/>
          <p:cNvSpPr txBox="1"/>
          <p:nvPr>
            <p:ph idx="19" type="subTitle"/>
          </p:nvPr>
        </p:nvSpPr>
        <p:spPr>
          <a:xfrm>
            <a:off x="3652688" y="4416250"/>
            <a:ext cx="10983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9pPr>
          </a:lstStyle>
          <a:p/>
        </p:txBody>
      </p:sp>
      <p:sp>
        <p:nvSpPr>
          <p:cNvPr id="113" name="Google Shape;113;p14"/>
          <p:cNvSpPr txBox="1"/>
          <p:nvPr>
            <p:ph idx="20" type="subTitle"/>
          </p:nvPr>
        </p:nvSpPr>
        <p:spPr>
          <a:xfrm>
            <a:off x="3652688" y="4621250"/>
            <a:ext cx="1257300" cy="132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114" name="Google Shape;114;p14"/>
          <p:cNvSpPr/>
          <p:nvPr>
            <p:ph idx="21" type="pic"/>
          </p:nvPr>
        </p:nvSpPr>
        <p:spPr>
          <a:xfrm>
            <a:off x="3619838" y="2976000"/>
            <a:ext cx="1342200" cy="1342200"/>
          </a:xfrm>
          <a:prstGeom prst="roundRect">
            <a:avLst>
              <a:gd fmla="val 8618" name="adj"/>
            </a:avLst>
          </a:prstGeom>
          <a:noFill/>
          <a:ln>
            <a:noFill/>
          </a:ln>
        </p:spPr>
      </p:sp>
      <p:sp>
        <p:nvSpPr>
          <p:cNvPr id="115" name="Google Shape;115;p14"/>
          <p:cNvSpPr txBox="1"/>
          <p:nvPr>
            <p:ph idx="22" type="subTitle"/>
          </p:nvPr>
        </p:nvSpPr>
        <p:spPr>
          <a:xfrm>
            <a:off x="5302075" y="4416250"/>
            <a:ext cx="10983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9pPr>
          </a:lstStyle>
          <a:p/>
        </p:txBody>
      </p:sp>
      <p:sp>
        <p:nvSpPr>
          <p:cNvPr id="116" name="Google Shape;116;p14"/>
          <p:cNvSpPr txBox="1"/>
          <p:nvPr>
            <p:ph idx="23" type="subTitle"/>
          </p:nvPr>
        </p:nvSpPr>
        <p:spPr>
          <a:xfrm>
            <a:off x="5302075" y="4621250"/>
            <a:ext cx="1257300" cy="132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117" name="Google Shape;117;p14"/>
          <p:cNvSpPr/>
          <p:nvPr>
            <p:ph idx="24" type="pic"/>
          </p:nvPr>
        </p:nvSpPr>
        <p:spPr>
          <a:xfrm>
            <a:off x="5269225" y="2976000"/>
            <a:ext cx="1342200" cy="1342200"/>
          </a:xfrm>
          <a:prstGeom prst="roundRect">
            <a:avLst>
              <a:gd fmla="val 8618" name="adj"/>
            </a:avLst>
          </a:prstGeom>
          <a:noFill/>
          <a:ln>
            <a:noFill/>
          </a:ln>
        </p:spPr>
      </p:sp>
      <p:sp>
        <p:nvSpPr>
          <p:cNvPr id="118" name="Google Shape;118;p14"/>
          <p:cNvSpPr txBox="1"/>
          <p:nvPr>
            <p:ph idx="25" type="subTitle"/>
          </p:nvPr>
        </p:nvSpPr>
        <p:spPr>
          <a:xfrm>
            <a:off x="6951450" y="4416250"/>
            <a:ext cx="1098300" cy="181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1pPr>
            <a:lvl2pPr lvl="1">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2pPr>
            <a:lvl3pPr lvl="2">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3pPr>
            <a:lvl4pPr lvl="3">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4pPr>
            <a:lvl5pPr lvl="4">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5pPr>
            <a:lvl6pPr lvl="5">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6pPr>
            <a:lvl7pPr lvl="6">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7pPr>
            <a:lvl8pPr lvl="7">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8pPr>
            <a:lvl9pPr lvl="8">
              <a:spcBef>
                <a:spcPts val="0"/>
              </a:spcBef>
              <a:spcAft>
                <a:spcPts val="0"/>
              </a:spcAft>
              <a:buClr>
                <a:schemeClr val="lt1"/>
              </a:buClr>
              <a:buSzPts val="1000"/>
              <a:buFont typeface="Plus Jakarta Sans Medium"/>
              <a:buNone/>
              <a:defRPr sz="1000">
                <a:latin typeface="Plus Jakarta Sans Medium"/>
                <a:ea typeface="Plus Jakarta Sans Medium"/>
                <a:cs typeface="Plus Jakarta Sans Medium"/>
                <a:sym typeface="Plus Jakarta Sans Medium"/>
              </a:defRPr>
            </a:lvl9pPr>
          </a:lstStyle>
          <a:p/>
        </p:txBody>
      </p:sp>
      <p:sp>
        <p:nvSpPr>
          <p:cNvPr id="119" name="Google Shape;119;p14"/>
          <p:cNvSpPr txBox="1"/>
          <p:nvPr>
            <p:ph idx="26" type="subTitle"/>
          </p:nvPr>
        </p:nvSpPr>
        <p:spPr>
          <a:xfrm>
            <a:off x="6951450" y="4621250"/>
            <a:ext cx="1257300" cy="132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120" name="Google Shape;120;p14"/>
          <p:cNvSpPr/>
          <p:nvPr>
            <p:ph idx="27" type="pic"/>
          </p:nvPr>
        </p:nvSpPr>
        <p:spPr>
          <a:xfrm>
            <a:off x="6918600" y="2976000"/>
            <a:ext cx="1342200" cy="1342200"/>
          </a:xfrm>
          <a:prstGeom prst="roundRect">
            <a:avLst>
              <a:gd fmla="val 8618" name="adj"/>
            </a:avLst>
          </a:prstGeom>
          <a:no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personas">
  <p:cSld name="BLANK_1_1_1_1_1_1_1_1_1_1_1_1_1_1_1_1_1_1_1_1_1_1_1">
    <p:spTree>
      <p:nvGrpSpPr>
        <p:cNvPr id="121" name="Shape 121"/>
        <p:cNvGrpSpPr/>
        <p:nvPr/>
      </p:nvGrpSpPr>
      <p:grpSpPr>
        <a:xfrm>
          <a:off x="0" y="0"/>
          <a:ext cx="0" cy="0"/>
          <a:chOff x="0" y="0"/>
          <a:chExt cx="0" cy="0"/>
        </a:xfrm>
      </p:grpSpPr>
      <p:sp>
        <p:nvSpPr>
          <p:cNvPr id="122" name="Google Shape;122;p15"/>
          <p:cNvSpPr/>
          <p:nvPr>
            <p:ph idx="2" type="pic"/>
          </p:nvPr>
        </p:nvSpPr>
        <p:spPr>
          <a:xfrm>
            <a:off x="228300" y="912725"/>
            <a:ext cx="1833000" cy="2294100"/>
          </a:xfrm>
          <a:prstGeom prst="roundRect">
            <a:avLst>
              <a:gd fmla="val 12454" name="adj"/>
            </a:avLst>
          </a:prstGeom>
          <a:noFill/>
          <a:ln>
            <a:noFill/>
          </a:ln>
        </p:spPr>
      </p:sp>
      <p:sp>
        <p:nvSpPr>
          <p:cNvPr id="123" name="Google Shape;123;p15"/>
          <p:cNvSpPr/>
          <p:nvPr>
            <p:ph idx="3" type="pic"/>
          </p:nvPr>
        </p:nvSpPr>
        <p:spPr>
          <a:xfrm>
            <a:off x="4781400" y="912725"/>
            <a:ext cx="1833000" cy="2294100"/>
          </a:xfrm>
          <a:prstGeom prst="roundRect">
            <a:avLst>
              <a:gd fmla="val 12454" name="adj"/>
            </a:avLst>
          </a:prstGeom>
          <a:noFill/>
          <a:ln>
            <a:noFill/>
          </a:ln>
        </p:spPr>
      </p:sp>
      <p:sp>
        <p:nvSpPr>
          <p:cNvPr id="124" name="Google Shape;124;p15"/>
          <p:cNvSpPr txBox="1"/>
          <p:nvPr>
            <p:ph idx="1" type="body"/>
          </p:nvPr>
        </p:nvSpPr>
        <p:spPr>
          <a:xfrm>
            <a:off x="2270700" y="968925"/>
            <a:ext cx="2091900" cy="28611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125" name="Google Shape;125;p15"/>
          <p:cNvSpPr txBox="1"/>
          <p:nvPr>
            <p:ph idx="4" type="body"/>
          </p:nvPr>
        </p:nvSpPr>
        <p:spPr>
          <a:xfrm>
            <a:off x="6823800" y="968925"/>
            <a:ext cx="2091900" cy="2861100"/>
          </a:xfrm>
          <a:prstGeom prst="rect">
            <a:avLst/>
          </a:prstGeom>
        </p:spPr>
        <p:txBody>
          <a:bodyPr anchorCtr="0" anchor="t" bIns="0" lIns="0" spcFirstLastPara="1" rIns="0" wrap="square" tIns="0">
            <a:sp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126" name="Google Shape;126;p15"/>
          <p:cNvSpPr txBox="1"/>
          <p:nvPr>
            <p:ph idx="5" type="subTitle"/>
          </p:nvPr>
        </p:nvSpPr>
        <p:spPr>
          <a:xfrm>
            <a:off x="277650" y="3373825"/>
            <a:ext cx="1725600" cy="452700"/>
          </a:xfrm>
          <a:prstGeom prst="rect">
            <a:avLst/>
          </a:prstGeom>
        </p:spPr>
        <p:txBody>
          <a:bodyPr anchorCtr="0" anchor="t" bIns="0" lIns="0" spcFirstLastPara="1" rIns="0" wrap="square" tIns="0">
            <a:noAutofit/>
          </a:bodyPr>
          <a:lstStyle>
            <a:lvl1pPr lvl="0">
              <a:spcBef>
                <a:spcPts val="0"/>
              </a:spcBef>
              <a:spcAft>
                <a:spcPts val="0"/>
              </a:spcAft>
              <a:buSzPts val="1200"/>
              <a:buFont typeface="Plus Jakarta Sans Medium"/>
              <a:buNone/>
              <a:defRPr>
                <a:latin typeface="Plus Jakarta Sans Medium"/>
                <a:ea typeface="Plus Jakarta Sans Medium"/>
                <a:cs typeface="Plus Jakarta Sans Medium"/>
                <a:sym typeface="Plus Jakarta Sans Medium"/>
              </a:defRPr>
            </a:lvl1pPr>
            <a:lvl2pPr lvl="1">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2pPr>
            <a:lvl3pPr lvl="2">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3pPr>
            <a:lvl4pPr lvl="3">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4pPr>
            <a:lvl5pPr lvl="4">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5pPr>
            <a:lvl6pPr lvl="5">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6pPr>
            <a:lvl7pPr lvl="6">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7pPr>
            <a:lvl8pPr lvl="7">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8pPr>
            <a:lvl9pPr lvl="8">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9pPr>
          </a:lstStyle>
          <a:p/>
        </p:txBody>
      </p:sp>
      <p:sp>
        <p:nvSpPr>
          <p:cNvPr id="127" name="Google Shape;127;p15"/>
          <p:cNvSpPr txBox="1"/>
          <p:nvPr>
            <p:ph idx="6" type="subTitle"/>
          </p:nvPr>
        </p:nvSpPr>
        <p:spPr>
          <a:xfrm>
            <a:off x="4835100" y="3373825"/>
            <a:ext cx="1725600" cy="452700"/>
          </a:xfrm>
          <a:prstGeom prst="rect">
            <a:avLst/>
          </a:prstGeom>
        </p:spPr>
        <p:txBody>
          <a:bodyPr anchorCtr="0" anchor="t" bIns="0" lIns="0" spcFirstLastPara="1" rIns="0" wrap="square" tIns="0">
            <a:noAutofit/>
          </a:bodyPr>
          <a:lstStyle>
            <a:lvl1pPr lvl="0">
              <a:spcBef>
                <a:spcPts val="0"/>
              </a:spcBef>
              <a:spcAft>
                <a:spcPts val="0"/>
              </a:spcAft>
              <a:buSzPts val="1200"/>
              <a:buFont typeface="Plus Jakarta Sans Medium"/>
              <a:buNone/>
              <a:defRPr>
                <a:latin typeface="Plus Jakarta Sans Medium"/>
                <a:ea typeface="Plus Jakarta Sans Medium"/>
                <a:cs typeface="Plus Jakarta Sans Medium"/>
                <a:sym typeface="Plus Jakarta Sans Medium"/>
              </a:defRPr>
            </a:lvl1pPr>
            <a:lvl2pPr lvl="1">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2pPr>
            <a:lvl3pPr lvl="2">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3pPr>
            <a:lvl4pPr lvl="3">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4pPr>
            <a:lvl5pPr lvl="4">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5pPr>
            <a:lvl6pPr lvl="5">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6pPr>
            <a:lvl7pPr lvl="6">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7pPr>
            <a:lvl8pPr lvl="7">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8pPr>
            <a:lvl9pPr lvl="8">
              <a:spcBef>
                <a:spcPts val="0"/>
              </a:spcBef>
              <a:spcAft>
                <a:spcPts val="0"/>
              </a:spcAft>
              <a:buClr>
                <a:schemeClr val="accent2"/>
              </a:buClr>
              <a:buSzPts val="1200"/>
              <a:buFont typeface="Plus Jakarta Sans Medium"/>
              <a:buNone/>
              <a:defRPr>
                <a:solidFill>
                  <a:schemeClr val="accent2"/>
                </a:solidFill>
                <a:latin typeface="Plus Jakarta Sans Medium"/>
                <a:ea typeface="Plus Jakarta Sans Medium"/>
                <a:cs typeface="Plus Jakarta Sans Medium"/>
                <a:sym typeface="Plus Jakarta Sans Medium"/>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oups">
  <p:cSld name="BLANK_1_1_1_1_1_1_1_1_1_1_1_1_1_1_1_1_1_1_1_1_1_1_1_2">
    <p:spTree>
      <p:nvGrpSpPr>
        <p:cNvPr id="128" name="Shape 128"/>
        <p:cNvGrpSpPr/>
        <p:nvPr/>
      </p:nvGrpSpPr>
      <p:grpSpPr>
        <a:xfrm>
          <a:off x="0" y="0"/>
          <a:ext cx="0" cy="0"/>
          <a:chOff x="0" y="0"/>
          <a:chExt cx="0" cy="0"/>
        </a:xfrm>
      </p:grpSpPr>
      <p:sp>
        <p:nvSpPr>
          <p:cNvPr id="129" name="Google Shape;129;p16"/>
          <p:cNvSpPr txBox="1"/>
          <p:nvPr>
            <p:ph type="title"/>
          </p:nvPr>
        </p:nvSpPr>
        <p:spPr>
          <a:xfrm>
            <a:off x="228600" y="741875"/>
            <a:ext cx="6480300" cy="415500"/>
          </a:xfrm>
          <a:prstGeom prst="rect">
            <a:avLst/>
          </a:prstGeom>
        </p:spPr>
        <p:txBody>
          <a:bodyPr anchorCtr="0" anchor="t" bIns="0" lIns="0" spcFirstLastPara="1" rIns="0" wrap="square" tIns="0">
            <a:spAutoFit/>
          </a:bodyPr>
          <a:lstStyle>
            <a:lvl1pPr lvl="0">
              <a:spcBef>
                <a:spcPts val="0"/>
              </a:spcBef>
              <a:spcAft>
                <a:spcPts val="0"/>
              </a:spcAft>
              <a:buNone/>
              <a:defRPr sz="3000">
                <a:latin typeface="Plus Jakarta Sans Medium"/>
                <a:ea typeface="Plus Jakarta Sans Medium"/>
                <a:cs typeface="Plus Jakarta Sans Medium"/>
                <a:sym typeface="Plus Jakarta Sans Medium"/>
              </a:defRPr>
            </a:lvl1pPr>
            <a:lvl2pPr lvl="1">
              <a:spcBef>
                <a:spcPts val="0"/>
              </a:spcBef>
              <a:spcAft>
                <a:spcPts val="0"/>
              </a:spcAft>
              <a:buNone/>
              <a:defRPr sz="3000">
                <a:latin typeface="Plus Jakarta Sans Medium"/>
                <a:ea typeface="Plus Jakarta Sans Medium"/>
                <a:cs typeface="Plus Jakarta Sans Medium"/>
                <a:sym typeface="Plus Jakarta Sans Medium"/>
              </a:defRPr>
            </a:lvl2pPr>
            <a:lvl3pPr lvl="2">
              <a:spcBef>
                <a:spcPts val="0"/>
              </a:spcBef>
              <a:spcAft>
                <a:spcPts val="0"/>
              </a:spcAft>
              <a:buNone/>
              <a:defRPr sz="3000">
                <a:latin typeface="Plus Jakarta Sans Medium"/>
                <a:ea typeface="Plus Jakarta Sans Medium"/>
                <a:cs typeface="Plus Jakarta Sans Medium"/>
                <a:sym typeface="Plus Jakarta Sans Medium"/>
              </a:defRPr>
            </a:lvl3pPr>
            <a:lvl4pPr lvl="3">
              <a:spcBef>
                <a:spcPts val="0"/>
              </a:spcBef>
              <a:spcAft>
                <a:spcPts val="0"/>
              </a:spcAft>
              <a:buNone/>
              <a:defRPr sz="3000">
                <a:latin typeface="Plus Jakarta Sans Medium"/>
                <a:ea typeface="Plus Jakarta Sans Medium"/>
                <a:cs typeface="Plus Jakarta Sans Medium"/>
                <a:sym typeface="Plus Jakarta Sans Medium"/>
              </a:defRPr>
            </a:lvl4pPr>
            <a:lvl5pPr lvl="4">
              <a:spcBef>
                <a:spcPts val="0"/>
              </a:spcBef>
              <a:spcAft>
                <a:spcPts val="0"/>
              </a:spcAft>
              <a:buNone/>
              <a:defRPr sz="3000">
                <a:latin typeface="Plus Jakarta Sans Medium"/>
                <a:ea typeface="Plus Jakarta Sans Medium"/>
                <a:cs typeface="Plus Jakarta Sans Medium"/>
                <a:sym typeface="Plus Jakarta Sans Medium"/>
              </a:defRPr>
            </a:lvl5pPr>
            <a:lvl6pPr lvl="5">
              <a:spcBef>
                <a:spcPts val="0"/>
              </a:spcBef>
              <a:spcAft>
                <a:spcPts val="0"/>
              </a:spcAft>
              <a:buNone/>
              <a:defRPr sz="3000">
                <a:latin typeface="Plus Jakarta Sans Medium"/>
                <a:ea typeface="Plus Jakarta Sans Medium"/>
                <a:cs typeface="Plus Jakarta Sans Medium"/>
                <a:sym typeface="Plus Jakarta Sans Medium"/>
              </a:defRPr>
            </a:lvl6pPr>
            <a:lvl7pPr lvl="6">
              <a:spcBef>
                <a:spcPts val="0"/>
              </a:spcBef>
              <a:spcAft>
                <a:spcPts val="0"/>
              </a:spcAft>
              <a:buNone/>
              <a:defRPr sz="3000">
                <a:latin typeface="Plus Jakarta Sans Medium"/>
                <a:ea typeface="Plus Jakarta Sans Medium"/>
                <a:cs typeface="Plus Jakarta Sans Medium"/>
                <a:sym typeface="Plus Jakarta Sans Medium"/>
              </a:defRPr>
            </a:lvl7pPr>
            <a:lvl8pPr lvl="7">
              <a:spcBef>
                <a:spcPts val="0"/>
              </a:spcBef>
              <a:spcAft>
                <a:spcPts val="0"/>
              </a:spcAft>
              <a:buNone/>
              <a:defRPr sz="3000">
                <a:latin typeface="Plus Jakarta Sans Medium"/>
                <a:ea typeface="Plus Jakarta Sans Medium"/>
                <a:cs typeface="Plus Jakarta Sans Medium"/>
                <a:sym typeface="Plus Jakarta Sans Medium"/>
              </a:defRPr>
            </a:lvl8pPr>
            <a:lvl9pPr lvl="8">
              <a:spcBef>
                <a:spcPts val="0"/>
              </a:spcBef>
              <a:spcAft>
                <a:spcPts val="0"/>
              </a:spcAft>
              <a:buNone/>
              <a:defRPr sz="3000">
                <a:latin typeface="Plus Jakarta Sans Medium"/>
                <a:ea typeface="Plus Jakarta Sans Medium"/>
                <a:cs typeface="Plus Jakarta Sans Medium"/>
                <a:sym typeface="Plus Jakarta Sans Medium"/>
              </a:defRPr>
            </a:lvl9pPr>
          </a:lstStyle>
          <a:p/>
        </p:txBody>
      </p:sp>
      <p:sp>
        <p:nvSpPr>
          <p:cNvPr id="130" name="Google Shape;130;p16"/>
          <p:cNvSpPr txBox="1"/>
          <p:nvPr>
            <p:ph idx="1" type="body"/>
          </p:nvPr>
        </p:nvSpPr>
        <p:spPr>
          <a:xfrm>
            <a:off x="228625" y="4191000"/>
            <a:ext cx="1113600" cy="713400"/>
          </a:xfrm>
          <a:prstGeom prst="rect">
            <a:avLst/>
          </a:prstGeom>
        </p:spPr>
        <p:txBody>
          <a:bodyPr anchorCtr="0" anchor="b" bIns="0" lIns="0" spcFirstLastPara="1" rIns="0" wrap="square" tIns="0">
            <a:noAutofit/>
          </a:bodyPr>
          <a:lstStyle>
            <a:lvl1pPr indent="-292100" lvl="0" marL="457200">
              <a:lnSpc>
                <a:spcPct val="115000"/>
              </a:lnSpc>
              <a:spcBef>
                <a:spcPts val="0"/>
              </a:spcBef>
              <a:spcAft>
                <a:spcPts val="0"/>
              </a:spcAft>
              <a:buClr>
                <a:schemeClr val="lt2"/>
              </a:buClr>
              <a:buSzPts val="1000"/>
              <a:buFont typeface="Inter"/>
              <a:buChar char="●"/>
              <a:defRPr sz="1000">
                <a:solidFill>
                  <a:schemeClr val="lt2"/>
                </a:solidFill>
              </a:defRPr>
            </a:lvl1pPr>
            <a:lvl2pPr indent="-292100" lvl="1" marL="914400">
              <a:lnSpc>
                <a:spcPct val="115000"/>
              </a:lnSpc>
              <a:spcBef>
                <a:spcPts val="800"/>
              </a:spcBef>
              <a:spcAft>
                <a:spcPts val="0"/>
              </a:spcAft>
              <a:buClr>
                <a:schemeClr val="lt2"/>
              </a:buClr>
              <a:buSzPts val="1000"/>
              <a:buFont typeface="Inter"/>
              <a:buChar char="○"/>
              <a:defRPr sz="1000">
                <a:solidFill>
                  <a:schemeClr val="lt2"/>
                </a:solidFill>
              </a:defRPr>
            </a:lvl2pPr>
            <a:lvl3pPr indent="-292100" lvl="2" marL="1371600">
              <a:lnSpc>
                <a:spcPct val="115000"/>
              </a:lnSpc>
              <a:spcBef>
                <a:spcPts val="800"/>
              </a:spcBef>
              <a:spcAft>
                <a:spcPts val="0"/>
              </a:spcAft>
              <a:buClr>
                <a:schemeClr val="lt2"/>
              </a:buClr>
              <a:buSzPts val="1000"/>
              <a:buFont typeface="Inter"/>
              <a:buChar char="■"/>
              <a:defRPr sz="1000">
                <a:solidFill>
                  <a:schemeClr val="lt2"/>
                </a:solidFill>
              </a:defRPr>
            </a:lvl3pPr>
            <a:lvl4pPr indent="-292100" lvl="3" marL="1828800">
              <a:lnSpc>
                <a:spcPct val="115000"/>
              </a:lnSpc>
              <a:spcBef>
                <a:spcPts val="800"/>
              </a:spcBef>
              <a:spcAft>
                <a:spcPts val="0"/>
              </a:spcAft>
              <a:buClr>
                <a:schemeClr val="lt2"/>
              </a:buClr>
              <a:buSzPts val="1000"/>
              <a:buFont typeface="Inter"/>
              <a:buChar char="●"/>
              <a:defRPr sz="1000">
                <a:solidFill>
                  <a:schemeClr val="lt2"/>
                </a:solidFill>
              </a:defRPr>
            </a:lvl4pPr>
            <a:lvl5pPr indent="-292100" lvl="4" marL="2286000">
              <a:lnSpc>
                <a:spcPct val="115000"/>
              </a:lnSpc>
              <a:spcBef>
                <a:spcPts val="800"/>
              </a:spcBef>
              <a:spcAft>
                <a:spcPts val="0"/>
              </a:spcAft>
              <a:buClr>
                <a:schemeClr val="lt2"/>
              </a:buClr>
              <a:buSzPts val="1000"/>
              <a:buFont typeface="Inter"/>
              <a:buChar char="○"/>
              <a:defRPr sz="1000">
                <a:solidFill>
                  <a:schemeClr val="lt2"/>
                </a:solidFill>
              </a:defRPr>
            </a:lvl5pPr>
            <a:lvl6pPr indent="-292100" lvl="5" marL="2743200">
              <a:lnSpc>
                <a:spcPct val="115000"/>
              </a:lnSpc>
              <a:spcBef>
                <a:spcPts val="800"/>
              </a:spcBef>
              <a:spcAft>
                <a:spcPts val="0"/>
              </a:spcAft>
              <a:buClr>
                <a:schemeClr val="lt2"/>
              </a:buClr>
              <a:buSzPts val="1000"/>
              <a:buFont typeface="Inter"/>
              <a:buChar char="■"/>
              <a:defRPr sz="1000">
                <a:solidFill>
                  <a:schemeClr val="lt2"/>
                </a:solidFill>
              </a:defRPr>
            </a:lvl6pPr>
            <a:lvl7pPr indent="-292100" lvl="6" marL="3200400">
              <a:lnSpc>
                <a:spcPct val="115000"/>
              </a:lnSpc>
              <a:spcBef>
                <a:spcPts val="800"/>
              </a:spcBef>
              <a:spcAft>
                <a:spcPts val="0"/>
              </a:spcAft>
              <a:buClr>
                <a:schemeClr val="lt2"/>
              </a:buClr>
              <a:buSzPts val="1000"/>
              <a:buFont typeface="Inter"/>
              <a:buChar char="●"/>
              <a:defRPr sz="1000">
                <a:solidFill>
                  <a:schemeClr val="lt2"/>
                </a:solidFill>
              </a:defRPr>
            </a:lvl7pPr>
            <a:lvl8pPr indent="-292100" lvl="7" marL="3657600">
              <a:lnSpc>
                <a:spcPct val="115000"/>
              </a:lnSpc>
              <a:spcBef>
                <a:spcPts val="800"/>
              </a:spcBef>
              <a:spcAft>
                <a:spcPts val="0"/>
              </a:spcAft>
              <a:buClr>
                <a:schemeClr val="lt2"/>
              </a:buClr>
              <a:buSzPts val="1000"/>
              <a:buFont typeface="Inter"/>
              <a:buChar char="○"/>
              <a:defRPr sz="1000">
                <a:solidFill>
                  <a:schemeClr val="lt2"/>
                </a:solidFill>
              </a:defRPr>
            </a:lvl8pPr>
            <a:lvl9pPr indent="-292100" lvl="8" marL="4114800">
              <a:lnSpc>
                <a:spcPct val="115000"/>
              </a:lnSpc>
              <a:spcBef>
                <a:spcPts val="800"/>
              </a:spcBef>
              <a:spcAft>
                <a:spcPts val="800"/>
              </a:spcAft>
              <a:buClr>
                <a:schemeClr val="lt2"/>
              </a:buClr>
              <a:buSzPts val="1000"/>
              <a:buFont typeface="Inter"/>
              <a:buChar char="■"/>
              <a:defRPr sz="1000">
                <a:solidFill>
                  <a:schemeClr val="lt2"/>
                </a:solidFill>
              </a:defRPr>
            </a:lvl9pPr>
          </a:lstStyle>
          <a:p/>
        </p:txBody>
      </p:sp>
      <p:sp>
        <p:nvSpPr>
          <p:cNvPr id="131" name="Google Shape;131;p16"/>
          <p:cNvSpPr/>
          <p:nvPr>
            <p:ph idx="2" type="pic"/>
          </p:nvPr>
        </p:nvSpPr>
        <p:spPr>
          <a:xfrm>
            <a:off x="228575" y="1571250"/>
            <a:ext cx="517500" cy="517500"/>
          </a:xfrm>
          <a:prstGeom prst="ellipse">
            <a:avLst/>
          </a:prstGeom>
          <a:noFill/>
          <a:ln>
            <a:noFill/>
          </a:ln>
        </p:spPr>
      </p:sp>
      <p:sp>
        <p:nvSpPr>
          <p:cNvPr id="132" name="Google Shape;132;p16"/>
          <p:cNvSpPr/>
          <p:nvPr>
            <p:ph idx="3" type="pic"/>
          </p:nvPr>
        </p:nvSpPr>
        <p:spPr>
          <a:xfrm>
            <a:off x="824775" y="1571250"/>
            <a:ext cx="517500" cy="517500"/>
          </a:xfrm>
          <a:prstGeom prst="ellipse">
            <a:avLst/>
          </a:prstGeom>
          <a:noFill/>
          <a:ln>
            <a:noFill/>
          </a:ln>
        </p:spPr>
      </p:sp>
      <p:sp>
        <p:nvSpPr>
          <p:cNvPr id="133" name="Google Shape;133;p16"/>
          <p:cNvSpPr/>
          <p:nvPr>
            <p:ph idx="4" type="pic"/>
          </p:nvPr>
        </p:nvSpPr>
        <p:spPr>
          <a:xfrm>
            <a:off x="228550" y="2165325"/>
            <a:ext cx="517500" cy="517500"/>
          </a:xfrm>
          <a:prstGeom prst="ellipse">
            <a:avLst/>
          </a:prstGeom>
          <a:noFill/>
          <a:ln>
            <a:noFill/>
          </a:ln>
        </p:spPr>
      </p:sp>
      <p:sp>
        <p:nvSpPr>
          <p:cNvPr id="134" name="Google Shape;134;p16"/>
          <p:cNvSpPr/>
          <p:nvPr>
            <p:ph idx="5" type="pic"/>
          </p:nvPr>
        </p:nvSpPr>
        <p:spPr>
          <a:xfrm>
            <a:off x="824750" y="2165325"/>
            <a:ext cx="517500" cy="517500"/>
          </a:xfrm>
          <a:prstGeom prst="ellipse">
            <a:avLst/>
          </a:prstGeom>
          <a:noFill/>
          <a:ln>
            <a:noFill/>
          </a:ln>
        </p:spPr>
      </p:sp>
      <p:sp>
        <p:nvSpPr>
          <p:cNvPr id="135" name="Google Shape;135;p16"/>
          <p:cNvSpPr/>
          <p:nvPr>
            <p:ph idx="6" type="pic"/>
          </p:nvPr>
        </p:nvSpPr>
        <p:spPr>
          <a:xfrm>
            <a:off x="228588" y="2759400"/>
            <a:ext cx="517500" cy="517500"/>
          </a:xfrm>
          <a:prstGeom prst="ellipse">
            <a:avLst/>
          </a:prstGeom>
          <a:noFill/>
          <a:ln>
            <a:noFill/>
          </a:ln>
        </p:spPr>
      </p:sp>
      <p:sp>
        <p:nvSpPr>
          <p:cNvPr id="136" name="Google Shape;136;p16"/>
          <p:cNvSpPr/>
          <p:nvPr>
            <p:ph idx="7" type="pic"/>
          </p:nvPr>
        </p:nvSpPr>
        <p:spPr>
          <a:xfrm>
            <a:off x="824788" y="2759400"/>
            <a:ext cx="517500" cy="517500"/>
          </a:xfrm>
          <a:prstGeom prst="ellipse">
            <a:avLst/>
          </a:prstGeom>
          <a:noFill/>
          <a:ln>
            <a:noFill/>
          </a:ln>
        </p:spPr>
      </p:sp>
      <p:sp>
        <p:nvSpPr>
          <p:cNvPr id="137" name="Google Shape;137;p16"/>
          <p:cNvSpPr/>
          <p:nvPr>
            <p:ph idx="8" type="pic"/>
          </p:nvPr>
        </p:nvSpPr>
        <p:spPr>
          <a:xfrm>
            <a:off x="228563" y="3353475"/>
            <a:ext cx="517500" cy="517500"/>
          </a:xfrm>
          <a:prstGeom prst="ellipse">
            <a:avLst/>
          </a:prstGeom>
          <a:noFill/>
          <a:ln>
            <a:noFill/>
          </a:ln>
        </p:spPr>
      </p:sp>
      <p:sp>
        <p:nvSpPr>
          <p:cNvPr id="138" name="Google Shape;138;p16"/>
          <p:cNvSpPr/>
          <p:nvPr>
            <p:ph idx="9" type="pic"/>
          </p:nvPr>
        </p:nvSpPr>
        <p:spPr>
          <a:xfrm>
            <a:off x="824763" y="3353475"/>
            <a:ext cx="517500" cy="517500"/>
          </a:xfrm>
          <a:prstGeom prst="ellipse">
            <a:avLst/>
          </a:prstGeom>
          <a:no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1">
  <p:cSld name="BLANK_1_1_1_1_1_1_1_1_1_1_1_1_1_1_1_1_1_1_1_1_1_1_1_1">
    <p:bg>
      <p:bgPr>
        <a:solidFill>
          <a:schemeClr val="accent4"/>
        </a:solidFill>
      </p:bgPr>
    </p:bg>
    <p:spTree>
      <p:nvGrpSpPr>
        <p:cNvPr id="139" name="Shape 139"/>
        <p:cNvGrpSpPr/>
        <p:nvPr/>
      </p:nvGrpSpPr>
      <p:grpSpPr>
        <a:xfrm>
          <a:off x="0" y="0"/>
          <a:ext cx="0" cy="0"/>
          <a:chOff x="0" y="0"/>
          <a:chExt cx="0" cy="0"/>
        </a:xfrm>
      </p:grpSpPr>
      <p:sp>
        <p:nvSpPr>
          <p:cNvPr id="140" name="Google Shape;140;p17"/>
          <p:cNvSpPr txBox="1"/>
          <p:nvPr>
            <p:ph type="title"/>
          </p:nvPr>
        </p:nvSpPr>
        <p:spPr>
          <a:xfrm>
            <a:off x="228600" y="228600"/>
            <a:ext cx="6421500" cy="498600"/>
          </a:xfrm>
          <a:prstGeom prst="rect">
            <a:avLst/>
          </a:prstGeom>
        </p:spPr>
        <p:txBody>
          <a:bodyPr anchorCtr="0" anchor="t" bIns="0" lIns="0" spcFirstLastPara="1" rIns="0" wrap="square" tIns="0">
            <a:spAutoFit/>
          </a:bodyPr>
          <a:lstStyle>
            <a:lvl1pPr lvl="0">
              <a:spcBef>
                <a:spcPts val="0"/>
              </a:spcBef>
              <a:spcAft>
                <a:spcPts val="0"/>
              </a:spcAft>
              <a:buNone/>
              <a:defRPr sz="3600">
                <a:solidFill>
                  <a:schemeClr val="dk2"/>
                </a:solidFill>
                <a:latin typeface="Plus Jakarta Sans Medium"/>
                <a:ea typeface="Plus Jakarta Sans Medium"/>
                <a:cs typeface="Plus Jakarta Sans Medium"/>
                <a:sym typeface="Plus Jakarta Sans Medium"/>
              </a:defRPr>
            </a:lvl1pPr>
            <a:lvl2pPr lvl="1">
              <a:spcBef>
                <a:spcPts val="0"/>
              </a:spcBef>
              <a:spcAft>
                <a:spcPts val="0"/>
              </a:spcAft>
              <a:buNone/>
              <a:defRPr sz="3600">
                <a:solidFill>
                  <a:schemeClr val="dk2"/>
                </a:solidFill>
                <a:latin typeface="Plus Jakarta Sans Medium"/>
                <a:ea typeface="Plus Jakarta Sans Medium"/>
                <a:cs typeface="Plus Jakarta Sans Medium"/>
                <a:sym typeface="Plus Jakarta Sans Medium"/>
              </a:defRPr>
            </a:lvl2pPr>
            <a:lvl3pPr lvl="2">
              <a:spcBef>
                <a:spcPts val="0"/>
              </a:spcBef>
              <a:spcAft>
                <a:spcPts val="0"/>
              </a:spcAft>
              <a:buNone/>
              <a:defRPr sz="3600">
                <a:solidFill>
                  <a:schemeClr val="dk2"/>
                </a:solidFill>
                <a:latin typeface="Plus Jakarta Sans Medium"/>
                <a:ea typeface="Plus Jakarta Sans Medium"/>
                <a:cs typeface="Plus Jakarta Sans Medium"/>
                <a:sym typeface="Plus Jakarta Sans Medium"/>
              </a:defRPr>
            </a:lvl3pPr>
            <a:lvl4pPr lvl="3">
              <a:spcBef>
                <a:spcPts val="0"/>
              </a:spcBef>
              <a:spcAft>
                <a:spcPts val="0"/>
              </a:spcAft>
              <a:buNone/>
              <a:defRPr sz="3600">
                <a:solidFill>
                  <a:schemeClr val="dk2"/>
                </a:solidFill>
                <a:latin typeface="Plus Jakarta Sans Medium"/>
                <a:ea typeface="Plus Jakarta Sans Medium"/>
                <a:cs typeface="Plus Jakarta Sans Medium"/>
                <a:sym typeface="Plus Jakarta Sans Medium"/>
              </a:defRPr>
            </a:lvl4pPr>
            <a:lvl5pPr lvl="4">
              <a:spcBef>
                <a:spcPts val="0"/>
              </a:spcBef>
              <a:spcAft>
                <a:spcPts val="0"/>
              </a:spcAft>
              <a:buNone/>
              <a:defRPr sz="3600">
                <a:solidFill>
                  <a:schemeClr val="dk2"/>
                </a:solidFill>
                <a:latin typeface="Plus Jakarta Sans Medium"/>
                <a:ea typeface="Plus Jakarta Sans Medium"/>
                <a:cs typeface="Plus Jakarta Sans Medium"/>
                <a:sym typeface="Plus Jakarta Sans Medium"/>
              </a:defRPr>
            </a:lvl5pPr>
            <a:lvl6pPr lvl="5">
              <a:spcBef>
                <a:spcPts val="0"/>
              </a:spcBef>
              <a:spcAft>
                <a:spcPts val="0"/>
              </a:spcAft>
              <a:buNone/>
              <a:defRPr sz="3600">
                <a:solidFill>
                  <a:schemeClr val="dk2"/>
                </a:solidFill>
                <a:latin typeface="Plus Jakarta Sans Medium"/>
                <a:ea typeface="Plus Jakarta Sans Medium"/>
                <a:cs typeface="Plus Jakarta Sans Medium"/>
                <a:sym typeface="Plus Jakarta Sans Medium"/>
              </a:defRPr>
            </a:lvl6pPr>
            <a:lvl7pPr lvl="6">
              <a:spcBef>
                <a:spcPts val="0"/>
              </a:spcBef>
              <a:spcAft>
                <a:spcPts val="0"/>
              </a:spcAft>
              <a:buNone/>
              <a:defRPr sz="3600">
                <a:solidFill>
                  <a:schemeClr val="dk2"/>
                </a:solidFill>
                <a:latin typeface="Plus Jakarta Sans Medium"/>
                <a:ea typeface="Plus Jakarta Sans Medium"/>
                <a:cs typeface="Plus Jakarta Sans Medium"/>
                <a:sym typeface="Plus Jakarta Sans Medium"/>
              </a:defRPr>
            </a:lvl7pPr>
            <a:lvl8pPr lvl="7">
              <a:spcBef>
                <a:spcPts val="0"/>
              </a:spcBef>
              <a:spcAft>
                <a:spcPts val="0"/>
              </a:spcAft>
              <a:buNone/>
              <a:defRPr sz="3600">
                <a:solidFill>
                  <a:schemeClr val="dk2"/>
                </a:solidFill>
                <a:latin typeface="Plus Jakarta Sans Medium"/>
                <a:ea typeface="Plus Jakarta Sans Medium"/>
                <a:cs typeface="Plus Jakarta Sans Medium"/>
                <a:sym typeface="Plus Jakarta Sans Medium"/>
              </a:defRPr>
            </a:lvl8pPr>
            <a:lvl9pPr lvl="8">
              <a:spcBef>
                <a:spcPts val="0"/>
              </a:spcBef>
              <a:spcAft>
                <a:spcPts val="0"/>
              </a:spcAft>
              <a:buNone/>
              <a:defRPr sz="3600">
                <a:solidFill>
                  <a:schemeClr val="dk2"/>
                </a:solidFill>
                <a:latin typeface="Plus Jakarta Sans Medium"/>
                <a:ea typeface="Plus Jakarta Sans Medium"/>
                <a:cs typeface="Plus Jakarta Sans Medium"/>
                <a:sym typeface="Plus Jakarta Sans Medium"/>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2">
  <p:cSld name="BLANK_1_1_1_1_1_1_1_1_1_1_1_1_1_1_1_1_1_1_1_1_1_1_1_1_1">
    <p:spTree>
      <p:nvGrpSpPr>
        <p:cNvPr id="141" name="Shape 141"/>
        <p:cNvGrpSpPr/>
        <p:nvPr/>
      </p:nvGrpSpPr>
      <p:grpSpPr>
        <a:xfrm>
          <a:off x="0" y="0"/>
          <a:ext cx="0" cy="0"/>
          <a:chOff x="0" y="0"/>
          <a:chExt cx="0" cy="0"/>
        </a:xfrm>
      </p:grpSpPr>
      <p:sp>
        <p:nvSpPr>
          <p:cNvPr id="142" name="Google Shape;142;p18"/>
          <p:cNvSpPr txBox="1"/>
          <p:nvPr>
            <p:ph type="title"/>
          </p:nvPr>
        </p:nvSpPr>
        <p:spPr>
          <a:xfrm>
            <a:off x="228600" y="228600"/>
            <a:ext cx="6421500" cy="498600"/>
          </a:xfrm>
          <a:prstGeom prst="rect">
            <a:avLst/>
          </a:prstGeom>
        </p:spPr>
        <p:txBody>
          <a:bodyPr anchorCtr="0" anchor="t" bIns="0" lIns="0" spcFirstLastPara="1" rIns="0" wrap="square" tIns="0">
            <a:spAutoFit/>
          </a:bodyPr>
          <a:lstStyle>
            <a:lvl1pPr lvl="0">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1pPr>
            <a:lvl2pPr lvl="1">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2pPr>
            <a:lvl3pPr lvl="2">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3pPr>
            <a:lvl4pPr lvl="3">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4pPr>
            <a:lvl5pPr lvl="4">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5pPr>
            <a:lvl6pPr lvl="5">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6pPr>
            <a:lvl7pPr lvl="6">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7pPr>
            <a:lvl8pPr lvl="7">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8pPr>
            <a:lvl9pPr lvl="8">
              <a:spcBef>
                <a:spcPts val="0"/>
              </a:spcBef>
              <a:spcAft>
                <a:spcPts val="0"/>
              </a:spcAft>
              <a:buNone/>
              <a:defRPr sz="3600">
                <a:solidFill>
                  <a:schemeClr val="accent3"/>
                </a:solidFill>
                <a:latin typeface="Plus Jakarta Sans Medium"/>
                <a:ea typeface="Plus Jakarta Sans Medium"/>
                <a:cs typeface="Plus Jakarta Sans Medium"/>
                <a:sym typeface="Plus Jakarta Sans Medium"/>
              </a:defRPr>
            </a:lvl9pPr>
          </a:lstStyle>
          <a:p/>
        </p:txBody>
      </p:sp>
      <p:sp>
        <p:nvSpPr>
          <p:cNvPr id="143" name="Google Shape;143;p18"/>
          <p:cNvSpPr txBox="1"/>
          <p:nvPr>
            <p:ph idx="1" type="subTitle"/>
          </p:nvPr>
        </p:nvSpPr>
        <p:spPr>
          <a:xfrm>
            <a:off x="228600" y="952675"/>
            <a:ext cx="6480300" cy="17034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1pPr>
            <a:lvl2pPr lvl="1">
              <a:lnSpc>
                <a:spcPct val="115000"/>
              </a:lnSpc>
              <a:spcBef>
                <a:spcPts val="100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2pPr>
            <a:lvl3pPr lvl="2">
              <a:lnSpc>
                <a:spcPct val="115000"/>
              </a:lnSpc>
              <a:spcBef>
                <a:spcPts val="100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3pPr>
            <a:lvl4pPr lvl="3">
              <a:lnSpc>
                <a:spcPct val="115000"/>
              </a:lnSpc>
              <a:spcBef>
                <a:spcPts val="100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4pPr>
            <a:lvl5pPr lvl="4">
              <a:lnSpc>
                <a:spcPct val="115000"/>
              </a:lnSpc>
              <a:spcBef>
                <a:spcPts val="100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5pPr>
            <a:lvl6pPr lvl="5">
              <a:lnSpc>
                <a:spcPct val="115000"/>
              </a:lnSpc>
              <a:spcBef>
                <a:spcPts val="100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6pPr>
            <a:lvl7pPr lvl="6">
              <a:lnSpc>
                <a:spcPct val="115000"/>
              </a:lnSpc>
              <a:spcBef>
                <a:spcPts val="100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7pPr>
            <a:lvl8pPr lvl="7">
              <a:lnSpc>
                <a:spcPct val="115000"/>
              </a:lnSpc>
              <a:spcBef>
                <a:spcPts val="1000"/>
              </a:spcBef>
              <a:spcAft>
                <a:spcPts val="0"/>
              </a:spcAft>
              <a:buClr>
                <a:schemeClr val="lt1"/>
              </a:buClr>
              <a:buSzPts val="1800"/>
              <a:buFont typeface="Plus Jakarta Sans"/>
              <a:buNone/>
              <a:defRPr sz="1800">
                <a:latin typeface="Plus Jakarta Sans"/>
                <a:ea typeface="Plus Jakarta Sans"/>
                <a:cs typeface="Plus Jakarta Sans"/>
                <a:sym typeface="Plus Jakarta Sans"/>
              </a:defRPr>
            </a:lvl8pPr>
            <a:lvl9pPr lvl="8">
              <a:lnSpc>
                <a:spcPct val="115000"/>
              </a:lnSpc>
              <a:spcBef>
                <a:spcPts val="1000"/>
              </a:spcBef>
              <a:spcAft>
                <a:spcPts val="1000"/>
              </a:spcAft>
              <a:buClr>
                <a:schemeClr val="lt1"/>
              </a:buClr>
              <a:buSzPts val="1800"/>
              <a:buFont typeface="Plus Jakarta Sans"/>
              <a:buNone/>
              <a:defRPr sz="1800">
                <a:latin typeface="Plus Jakarta Sans"/>
                <a:ea typeface="Plus Jakarta Sans"/>
                <a:cs typeface="Plus Jakarta Sans"/>
                <a:sym typeface="Plus Jakarta Sans"/>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3">
  <p:cSld name="BLANK_1_1_1_1_1_1_1_1_1_1_1_1_1_1_1_1_1_1_1_1_1_1_1_1_1_1">
    <p:bg>
      <p:bgPr>
        <a:solidFill>
          <a:schemeClr val="accent5"/>
        </a:solidFill>
      </p:bgPr>
    </p:bg>
    <p:spTree>
      <p:nvGrpSpPr>
        <p:cNvPr id="144" name="Shape 144"/>
        <p:cNvGrpSpPr/>
        <p:nvPr/>
      </p:nvGrpSpPr>
      <p:grpSpPr>
        <a:xfrm>
          <a:off x="0" y="0"/>
          <a:ext cx="0" cy="0"/>
          <a:chOff x="0" y="0"/>
          <a:chExt cx="0" cy="0"/>
        </a:xfrm>
      </p:grpSpPr>
      <p:sp>
        <p:nvSpPr>
          <p:cNvPr id="145" name="Google Shape;145;p19"/>
          <p:cNvSpPr txBox="1"/>
          <p:nvPr>
            <p:ph type="title"/>
          </p:nvPr>
        </p:nvSpPr>
        <p:spPr>
          <a:xfrm>
            <a:off x="228600" y="228600"/>
            <a:ext cx="6421500" cy="498600"/>
          </a:xfrm>
          <a:prstGeom prst="rect">
            <a:avLst/>
          </a:prstGeom>
        </p:spPr>
        <p:txBody>
          <a:bodyPr anchorCtr="0" anchor="t" bIns="0" lIns="0" spcFirstLastPara="1" rIns="0" wrap="square" tIns="0">
            <a:spAutoFit/>
          </a:bodyPr>
          <a:lstStyle>
            <a:lvl1pPr lvl="0">
              <a:spcBef>
                <a:spcPts val="0"/>
              </a:spcBef>
              <a:spcAft>
                <a:spcPts val="0"/>
              </a:spcAft>
              <a:buNone/>
              <a:defRPr sz="3600">
                <a:solidFill>
                  <a:schemeClr val="accent4"/>
                </a:solidFill>
                <a:latin typeface="Plus Jakarta Sans Medium"/>
                <a:ea typeface="Plus Jakarta Sans Medium"/>
                <a:cs typeface="Plus Jakarta Sans Medium"/>
                <a:sym typeface="Plus Jakarta Sans Medium"/>
              </a:defRPr>
            </a:lvl1pPr>
            <a:lvl2pPr lvl="1">
              <a:spcBef>
                <a:spcPts val="0"/>
              </a:spcBef>
              <a:spcAft>
                <a:spcPts val="0"/>
              </a:spcAft>
              <a:buNone/>
              <a:defRPr sz="3600">
                <a:solidFill>
                  <a:schemeClr val="accent4"/>
                </a:solidFill>
                <a:latin typeface="Plus Jakarta Sans Medium"/>
                <a:ea typeface="Plus Jakarta Sans Medium"/>
                <a:cs typeface="Plus Jakarta Sans Medium"/>
                <a:sym typeface="Plus Jakarta Sans Medium"/>
              </a:defRPr>
            </a:lvl2pPr>
            <a:lvl3pPr lvl="2">
              <a:spcBef>
                <a:spcPts val="0"/>
              </a:spcBef>
              <a:spcAft>
                <a:spcPts val="0"/>
              </a:spcAft>
              <a:buNone/>
              <a:defRPr sz="3600">
                <a:solidFill>
                  <a:schemeClr val="accent4"/>
                </a:solidFill>
                <a:latin typeface="Plus Jakarta Sans Medium"/>
                <a:ea typeface="Plus Jakarta Sans Medium"/>
                <a:cs typeface="Plus Jakarta Sans Medium"/>
                <a:sym typeface="Plus Jakarta Sans Medium"/>
              </a:defRPr>
            </a:lvl3pPr>
            <a:lvl4pPr lvl="3">
              <a:spcBef>
                <a:spcPts val="0"/>
              </a:spcBef>
              <a:spcAft>
                <a:spcPts val="0"/>
              </a:spcAft>
              <a:buNone/>
              <a:defRPr sz="3600">
                <a:solidFill>
                  <a:schemeClr val="accent4"/>
                </a:solidFill>
                <a:latin typeface="Plus Jakarta Sans Medium"/>
                <a:ea typeface="Plus Jakarta Sans Medium"/>
                <a:cs typeface="Plus Jakarta Sans Medium"/>
                <a:sym typeface="Plus Jakarta Sans Medium"/>
              </a:defRPr>
            </a:lvl4pPr>
            <a:lvl5pPr lvl="4">
              <a:spcBef>
                <a:spcPts val="0"/>
              </a:spcBef>
              <a:spcAft>
                <a:spcPts val="0"/>
              </a:spcAft>
              <a:buNone/>
              <a:defRPr sz="3600">
                <a:solidFill>
                  <a:schemeClr val="accent4"/>
                </a:solidFill>
                <a:latin typeface="Plus Jakarta Sans Medium"/>
                <a:ea typeface="Plus Jakarta Sans Medium"/>
                <a:cs typeface="Plus Jakarta Sans Medium"/>
                <a:sym typeface="Plus Jakarta Sans Medium"/>
              </a:defRPr>
            </a:lvl5pPr>
            <a:lvl6pPr lvl="5">
              <a:spcBef>
                <a:spcPts val="0"/>
              </a:spcBef>
              <a:spcAft>
                <a:spcPts val="0"/>
              </a:spcAft>
              <a:buNone/>
              <a:defRPr sz="3600">
                <a:solidFill>
                  <a:schemeClr val="accent4"/>
                </a:solidFill>
                <a:latin typeface="Plus Jakarta Sans Medium"/>
                <a:ea typeface="Plus Jakarta Sans Medium"/>
                <a:cs typeface="Plus Jakarta Sans Medium"/>
                <a:sym typeface="Plus Jakarta Sans Medium"/>
              </a:defRPr>
            </a:lvl6pPr>
            <a:lvl7pPr lvl="6">
              <a:spcBef>
                <a:spcPts val="0"/>
              </a:spcBef>
              <a:spcAft>
                <a:spcPts val="0"/>
              </a:spcAft>
              <a:buNone/>
              <a:defRPr sz="3600">
                <a:solidFill>
                  <a:schemeClr val="accent4"/>
                </a:solidFill>
                <a:latin typeface="Plus Jakarta Sans Medium"/>
                <a:ea typeface="Plus Jakarta Sans Medium"/>
                <a:cs typeface="Plus Jakarta Sans Medium"/>
                <a:sym typeface="Plus Jakarta Sans Medium"/>
              </a:defRPr>
            </a:lvl7pPr>
            <a:lvl8pPr lvl="7">
              <a:spcBef>
                <a:spcPts val="0"/>
              </a:spcBef>
              <a:spcAft>
                <a:spcPts val="0"/>
              </a:spcAft>
              <a:buNone/>
              <a:defRPr sz="3600">
                <a:solidFill>
                  <a:schemeClr val="accent4"/>
                </a:solidFill>
                <a:latin typeface="Plus Jakarta Sans Medium"/>
                <a:ea typeface="Plus Jakarta Sans Medium"/>
                <a:cs typeface="Plus Jakarta Sans Medium"/>
                <a:sym typeface="Plus Jakarta Sans Medium"/>
              </a:defRPr>
            </a:lvl8pPr>
            <a:lvl9pPr lvl="8">
              <a:spcBef>
                <a:spcPts val="0"/>
              </a:spcBef>
              <a:spcAft>
                <a:spcPts val="0"/>
              </a:spcAft>
              <a:buNone/>
              <a:defRPr sz="3600">
                <a:solidFill>
                  <a:schemeClr val="accent4"/>
                </a:solidFill>
                <a:latin typeface="Plus Jakarta Sans Medium"/>
                <a:ea typeface="Plus Jakarta Sans Medium"/>
                <a:cs typeface="Plus Jakarta Sans Medium"/>
                <a:sym typeface="Plus Jakarta Sans Medium"/>
              </a:defRPr>
            </a:lvl9pPr>
          </a:lstStyle>
          <a:p/>
        </p:txBody>
      </p:sp>
      <p:sp>
        <p:nvSpPr>
          <p:cNvPr id="146" name="Google Shape;146;p19"/>
          <p:cNvSpPr txBox="1"/>
          <p:nvPr>
            <p:ph idx="1" type="subTitle"/>
          </p:nvPr>
        </p:nvSpPr>
        <p:spPr>
          <a:xfrm>
            <a:off x="228600" y="952675"/>
            <a:ext cx="6480300" cy="17034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chemeClr val="lt2"/>
              </a:buClr>
              <a:buSzPts val="1800"/>
              <a:buFont typeface="Plus Jakarta Sans"/>
              <a:buNone/>
              <a:defRPr sz="1800">
                <a:solidFill>
                  <a:schemeClr val="lt2"/>
                </a:solidFill>
                <a:latin typeface="Plus Jakarta Sans"/>
                <a:ea typeface="Plus Jakarta Sans"/>
                <a:cs typeface="Plus Jakarta Sans"/>
                <a:sym typeface="Plus Jakarta Sans"/>
              </a:defRPr>
            </a:lvl1pPr>
            <a:lvl2pPr lvl="1">
              <a:lnSpc>
                <a:spcPct val="115000"/>
              </a:lnSpc>
              <a:spcBef>
                <a:spcPts val="1000"/>
              </a:spcBef>
              <a:spcAft>
                <a:spcPts val="0"/>
              </a:spcAft>
              <a:buClr>
                <a:schemeClr val="lt2"/>
              </a:buClr>
              <a:buSzPts val="1800"/>
              <a:buFont typeface="Plus Jakarta Sans"/>
              <a:buNone/>
              <a:defRPr sz="1800">
                <a:solidFill>
                  <a:schemeClr val="lt2"/>
                </a:solidFill>
                <a:latin typeface="Plus Jakarta Sans"/>
                <a:ea typeface="Plus Jakarta Sans"/>
                <a:cs typeface="Plus Jakarta Sans"/>
                <a:sym typeface="Plus Jakarta Sans"/>
              </a:defRPr>
            </a:lvl2pPr>
            <a:lvl3pPr lvl="2">
              <a:lnSpc>
                <a:spcPct val="115000"/>
              </a:lnSpc>
              <a:spcBef>
                <a:spcPts val="1000"/>
              </a:spcBef>
              <a:spcAft>
                <a:spcPts val="0"/>
              </a:spcAft>
              <a:buClr>
                <a:schemeClr val="lt2"/>
              </a:buClr>
              <a:buSzPts val="1800"/>
              <a:buFont typeface="Plus Jakarta Sans"/>
              <a:buNone/>
              <a:defRPr sz="1800">
                <a:solidFill>
                  <a:schemeClr val="lt2"/>
                </a:solidFill>
                <a:latin typeface="Plus Jakarta Sans"/>
                <a:ea typeface="Plus Jakarta Sans"/>
                <a:cs typeface="Plus Jakarta Sans"/>
                <a:sym typeface="Plus Jakarta Sans"/>
              </a:defRPr>
            </a:lvl3pPr>
            <a:lvl4pPr lvl="3">
              <a:lnSpc>
                <a:spcPct val="115000"/>
              </a:lnSpc>
              <a:spcBef>
                <a:spcPts val="1000"/>
              </a:spcBef>
              <a:spcAft>
                <a:spcPts val="0"/>
              </a:spcAft>
              <a:buClr>
                <a:schemeClr val="lt2"/>
              </a:buClr>
              <a:buSzPts val="1800"/>
              <a:buFont typeface="Plus Jakarta Sans"/>
              <a:buNone/>
              <a:defRPr sz="1800">
                <a:solidFill>
                  <a:schemeClr val="lt2"/>
                </a:solidFill>
                <a:latin typeface="Plus Jakarta Sans"/>
                <a:ea typeface="Plus Jakarta Sans"/>
                <a:cs typeface="Plus Jakarta Sans"/>
                <a:sym typeface="Plus Jakarta Sans"/>
              </a:defRPr>
            </a:lvl4pPr>
            <a:lvl5pPr lvl="4">
              <a:lnSpc>
                <a:spcPct val="115000"/>
              </a:lnSpc>
              <a:spcBef>
                <a:spcPts val="1000"/>
              </a:spcBef>
              <a:spcAft>
                <a:spcPts val="0"/>
              </a:spcAft>
              <a:buClr>
                <a:schemeClr val="lt2"/>
              </a:buClr>
              <a:buSzPts val="1800"/>
              <a:buFont typeface="Plus Jakarta Sans"/>
              <a:buNone/>
              <a:defRPr sz="1800">
                <a:solidFill>
                  <a:schemeClr val="lt2"/>
                </a:solidFill>
                <a:latin typeface="Plus Jakarta Sans"/>
                <a:ea typeface="Plus Jakarta Sans"/>
                <a:cs typeface="Plus Jakarta Sans"/>
                <a:sym typeface="Plus Jakarta Sans"/>
              </a:defRPr>
            </a:lvl5pPr>
            <a:lvl6pPr lvl="5">
              <a:lnSpc>
                <a:spcPct val="115000"/>
              </a:lnSpc>
              <a:spcBef>
                <a:spcPts val="1000"/>
              </a:spcBef>
              <a:spcAft>
                <a:spcPts val="0"/>
              </a:spcAft>
              <a:buClr>
                <a:schemeClr val="lt2"/>
              </a:buClr>
              <a:buSzPts val="1800"/>
              <a:buFont typeface="Plus Jakarta Sans"/>
              <a:buNone/>
              <a:defRPr sz="1800">
                <a:solidFill>
                  <a:schemeClr val="lt2"/>
                </a:solidFill>
                <a:latin typeface="Plus Jakarta Sans"/>
                <a:ea typeface="Plus Jakarta Sans"/>
                <a:cs typeface="Plus Jakarta Sans"/>
                <a:sym typeface="Plus Jakarta Sans"/>
              </a:defRPr>
            </a:lvl6pPr>
            <a:lvl7pPr lvl="6">
              <a:lnSpc>
                <a:spcPct val="115000"/>
              </a:lnSpc>
              <a:spcBef>
                <a:spcPts val="1000"/>
              </a:spcBef>
              <a:spcAft>
                <a:spcPts val="0"/>
              </a:spcAft>
              <a:buClr>
                <a:schemeClr val="lt2"/>
              </a:buClr>
              <a:buSzPts val="1800"/>
              <a:buFont typeface="Plus Jakarta Sans"/>
              <a:buNone/>
              <a:defRPr sz="1800">
                <a:solidFill>
                  <a:schemeClr val="lt2"/>
                </a:solidFill>
                <a:latin typeface="Plus Jakarta Sans"/>
                <a:ea typeface="Plus Jakarta Sans"/>
                <a:cs typeface="Plus Jakarta Sans"/>
                <a:sym typeface="Plus Jakarta Sans"/>
              </a:defRPr>
            </a:lvl7pPr>
            <a:lvl8pPr lvl="7">
              <a:lnSpc>
                <a:spcPct val="115000"/>
              </a:lnSpc>
              <a:spcBef>
                <a:spcPts val="1000"/>
              </a:spcBef>
              <a:spcAft>
                <a:spcPts val="0"/>
              </a:spcAft>
              <a:buClr>
                <a:schemeClr val="lt2"/>
              </a:buClr>
              <a:buSzPts val="1800"/>
              <a:buFont typeface="Plus Jakarta Sans"/>
              <a:buNone/>
              <a:defRPr sz="1800">
                <a:solidFill>
                  <a:schemeClr val="lt2"/>
                </a:solidFill>
                <a:latin typeface="Plus Jakarta Sans"/>
                <a:ea typeface="Plus Jakarta Sans"/>
                <a:cs typeface="Plus Jakarta Sans"/>
                <a:sym typeface="Plus Jakarta Sans"/>
              </a:defRPr>
            </a:lvl8pPr>
            <a:lvl9pPr lvl="8">
              <a:lnSpc>
                <a:spcPct val="115000"/>
              </a:lnSpc>
              <a:spcBef>
                <a:spcPts val="1000"/>
              </a:spcBef>
              <a:spcAft>
                <a:spcPts val="1000"/>
              </a:spcAft>
              <a:buClr>
                <a:schemeClr val="lt2"/>
              </a:buClr>
              <a:buSzPts val="1800"/>
              <a:buFont typeface="Plus Jakarta Sans"/>
              <a:buNone/>
              <a:defRPr sz="1800">
                <a:solidFill>
                  <a:schemeClr val="lt2"/>
                </a:solidFill>
                <a:latin typeface="Plus Jakarta Sans"/>
                <a:ea typeface="Plus Jakarta Sans"/>
                <a:cs typeface="Plus Jakarta Sans"/>
                <a:sym typeface="Plus Jakarta Sans"/>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oodboard 1">
  <p:cSld name="BLANK_1_1_1_1_1_1_1_1_1_1_1_1_1_1_1_1_1_1_1_1_1_1_1_1_1_2">
    <p:spTree>
      <p:nvGrpSpPr>
        <p:cNvPr id="147" name="Shape 147"/>
        <p:cNvGrpSpPr/>
        <p:nvPr/>
      </p:nvGrpSpPr>
      <p:grpSpPr>
        <a:xfrm>
          <a:off x="0" y="0"/>
          <a:ext cx="0" cy="0"/>
          <a:chOff x="0" y="0"/>
          <a:chExt cx="0" cy="0"/>
        </a:xfrm>
      </p:grpSpPr>
      <p:sp>
        <p:nvSpPr>
          <p:cNvPr id="148" name="Google Shape;148;p20"/>
          <p:cNvSpPr/>
          <p:nvPr>
            <p:ph idx="2" type="pic"/>
          </p:nvPr>
        </p:nvSpPr>
        <p:spPr>
          <a:xfrm>
            <a:off x="4577975" y="632250"/>
            <a:ext cx="4349400" cy="4281600"/>
          </a:xfrm>
          <a:prstGeom prst="roundRect">
            <a:avLst>
              <a:gd fmla="val 6217" name="adj"/>
            </a:avLst>
          </a:prstGeom>
          <a:noFill/>
          <a:ln>
            <a:noFill/>
          </a:ln>
        </p:spPr>
      </p:sp>
      <p:sp>
        <p:nvSpPr>
          <p:cNvPr id="149" name="Google Shape;149;p20"/>
          <p:cNvSpPr/>
          <p:nvPr>
            <p:ph idx="3" type="pic"/>
          </p:nvPr>
        </p:nvSpPr>
        <p:spPr>
          <a:xfrm>
            <a:off x="228775" y="2621175"/>
            <a:ext cx="4238400" cy="2293500"/>
          </a:xfrm>
          <a:prstGeom prst="roundRect">
            <a:avLst>
              <a:gd fmla="val 9802" name="adj"/>
            </a:avLst>
          </a:prstGeom>
          <a:noFill/>
          <a:ln>
            <a:noFill/>
          </a:ln>
        </p:spPr>
      </p:sp>
      <p:sp>
        <p:nvSpPr>
          <p:cNvPr id="150" name="Google Shape;150;p20"/>
          <p:cNvSpPr/>
          <p:nvPr>
            <p:ph idx="4" type="pic"/>
          </p:nvPr>
        </p:nvSpPr>
        <p:spPr>
          <a:xfrm>
            <a:off x="228775" y="632025"/>
            <a:ext cx="2068500" cy="1890900"/>
          </a:xfrm>
          <a:prstGeom prst="roundRect">
            <a:avLst>
              <a:gd fmla="val 11889" name="adj"/>
            </a:avLst>
          </a:prstGeom>
          <a:noFill/>
          <a:ln>
            <a:noFill/>
          </a:ln>
        </p:spPr>
      </p:sp>
      <p:sp>
        <p:nvSpPr>
          <p:cNvPr id="151" name="Google Shape;151;p20"/>
          <p:cNvSpPr/>
          <p:nvPr>
            <p:ph idx="5" type="pic"/>
          </p:nvPr>
        </p:nvSpPr>
        <p:spPr>
          <a:xfrm>
            <a:off x="2403375" y="632025"/>
            <a:ext cx="2068500" cy="1890900"/>
          </a:xfrm>
          <a:prstGeom prst="roundRect">
            <a:avLst>
              <a:gd fmla="val 11889" name="adj"/>
            </a:avLst>
          </a:prstGeom>
          <a:noFill/>
          <a:ln>
            <a:no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oodboard 2">
  <p:cSld name="BLANK_1_1_1_1_1_1_1_1_1_1_1_1_1_1_1_1_1_1_1_1_1_1_1_1_1_2_1">
    <p:spTree>
      <p:nvGrpSpPr>
        <p:cNvPr id="152" name="Shape 152"/>
        <p:cNvGrpSpPr/>
        <p:nvPr/>
      </p:nvGrpSpPr>
      <p:grpSpPr>
        <a:xfrm>
          <a:off x="0" y="0"/>
          <a:ext cx="0" cy="0"/>
          <a:chOff x="0" y="0"/>
          <a:chExt cx="0" cy="0"/>
        </a:xfrm>
      </p:grpSpPr>
      <p:sp>
        <p:nvSpPr>
          <p:cNvPr id="153" name="Google Shape;153;p21"/>
          <p:cNvSpPr/>
          <p:nvPr>
            <p:ph idx="2" type="pic"/>
          </p:nvPr>
        </p:nvSpPr>
        <p:spPr>
          <a:xfrm>
            <a:off x="228625" y="632025"/>
            <a:ext cx="2085300" cy="2768700"/>
          </a:xfrm>
          <a:prstGeom prst="round2SameRect">
            <a:avLst>
              <a:gd fmla="val 11780" name="adj1"/>
              <a:gd fmla="val 0" name="adj2"/>
            </a:avLst>
          </a:prstGeom>
          <a:noFill/>
          <a:ln>
            <a:noFill/>
          </a:ln>
        </p:spPr>
      </p:sp>
      <p:sp>
        <p:nvSpPr>
          <p:cNvPr id="154" name="Google Shape;154;p21"/>
          <p:cNvSpPr txBox="1"/>
          <p:nvPr>
            <p:ph idx="1" type="subTitle"/>
          </p:nvPr>
        </p:nvSpPr>
        <p:spPr>
          <a:xfrm>
            <a:off x="401700" y="3568050"/>
            <a:ext cx="1702200" cy="37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1pPr>
            <a:lvl2pPr lvl="1">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2pPr>
            <a:lvl3pPr lvl="2">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3pPr>
            <a:lvl4pPr lvl="3">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4pPr>
            <a:lvl5pPr lvl="4">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5pPr>
            <a:lvl6pPr lvl="5">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6pPr>
            <a:lvl7pPr lvl="6">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7pPr>
            <a:lvl8pPr lvl="7">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8pPr>
            <a:lvl9pPr lvl="8">
              <a:spcBef>
                <a:spcPts val="1000"/>
              </a:spcBef>
              <a:spcAft>
                <a:spcPts val="100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9pPr>
          </a:lstStyle>
          <a:p/>
        </p:txBody>
      </p:sp>
      <p:sp>
        <p:nvSpPr>
          <p:cNvPr id="155" name="Google Shape;155;p21"/>
          <p:cNvSpPr/>
          <p:nvPr>
            <p:ph idx="3" type="pic"/>
          </p:nvPr>
        </p:nvSpPr>
        <p:spPr>
          <a:xfrm>
            <a:off x="2429113" y="631925"/>
            <a:ext cx="2085300" cy="2768700"/>
          </a:xfrm>
          <a:prstGeom prst="round2SameRect">
            <a:avLst>
              <a:gd fmla="val 11780" name="adj1"/>
              <a:gd fmla="val 0" name="adj2"/>
            </a:avLst>
          </a:prstGeom>
          <a:noFill/>
          <a:ln>
            <a:noFill/>
          </a:ln>
        </p:spPr>
      </p:sp>
      <p:sp>
        <p:nvSpPr>
          <p:cNvPr id="156" name="Google Shape;156;p21"/>
          <p:cNvSpPr txBox="1"/>
          <p:nvPr>
            <p:ph idx="4" type="subTitle"/>
          </p:nvPr>
        </p:nvSpPr>
        <p:spPr>
          <a:xfrm>
            <a:off x="2602188" y="3567950"/>
            <a:ext cx="1702200" cy="37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1pPr>
            <a:lvl2pPr lvl="1">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2pPr>
            <a:lvl3pPr lvl="2">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3pPr>
            <a:lvl4pPr lvl="3">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4pPr>
            <a:lvl5pPr lvl="4">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5pPr>
            <a:lvl6pPr lvl="5">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6pPr>
            <a:lvl7pPr lvl="6">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7pPr>
            <a:lvl8pPr lvl="7">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8pPr>
            <a:lvl9pPr lvl="8">
              <a:spcBef>
                <a:spcPts val="1000"/>
              </a:spcBef>
              <a:spcAft>
                <a:spcPts val="100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9pPr>
          </a:lstStyle>
          <a:p/>
        </p:txBody>
      </p:sp>
      <p:sp>
        <p:nvSpPr>
          <p:cNvPr id="157" name="Google Shape;157;p21"/>
          <p:cNvSpPr/>
          <p:nvPr>
            <p:ph idx="5" type="pic"/>
          </p:nvPr>
        </p:nvSpPr>
        <p:spPr>
          <a:xfrm>
            <a:off x="4629600" y="631925"/>
            <a:ext cx="2085300" cy="2768700"/>
          </a:xfrm>
          <a:prstGeom prst="round2SameRect">
            <a:avLst>
              <a:gd fmla="val 11780" name="adj1"/>
              <a:gd fmla="val 0" name="adj2"/>
            </a:avLst>
          </a:prstGeom>
          <a:noFill/>
          <a:ln>
            <a:noFill/>
          </a:ln>
        </p:spPr>
      </p:sp>
      <p:sp>
        <p:nvSpPr>
          <p:cNvPr id="158" name="Google Shape;158;p21"/>
          <p:cNvSpPr txBox="1"/>
          <p:nvPr>
            <p:ph idx="6" type="subTitle"/>
          </p:nvPr>
        </p:nvSpPr>
        <p:spPr>
          <a:xfrm>
            <a:off x="4802675" y="3567950"/>
            <a:ext cx="1702200" cy="37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1pPr>
            <a:lvl2pPr lvl="1">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2pPr>
            <a:lvl3pPr lvl="2">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3pPr>
            <a:lvl4pPr lvl="3">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4pPr>
            <a:lvl5pPr lvl="4">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5pPr>
            <a:lvl6pPr lvl="5">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6pPr>
            <a:lvl7pPr lvl="6">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7pPr>
            <a:lvl8pPr lvl="7">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8pPr>
            <a:lvl9pPr lvl="8">
              <a:spcBef>
                <a:spcPts val="1000"/>
              </a:spcBef>
              <a:spcAft>
                <a:spcPts val="100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9pPr>
          </a:lstStyle>
          <a:p/>
        </p:txBody>
      </p:sp>
      <p:sp>
        <p:nvSpPr>
          <p:cNvPr id="159" name="Google Shape;159;p21"/>
          <p:cNvSpPr/>
          <p:nvPr>
            <p:ph idx="7" type="pic"/>
          </p:nvPr>
        </p:nvSpPr>
        <p:spPr>
          <a:xfrm>
            <a:off x="6830075" y="632025"/>
            <a:ext cx="2085300" cy="2768700"/>
          </a:xfrm>
          <a:prstGeom prst="round2SameRect">
            <a:avLst>
              <a:gd fmla="val 11780" name="adj1"/>
              <a:gd fmla="val 0" name="adj2"/>
            </a:avLst>
          </a:prstGeom>
          <a:noFill/>
          <a:ln>
            <a:noFill/>
          </a:ln>
        </p:spPr>
      </p:sp>
      <p:sp>
        <p:nvSpPr>
          <p:cNvPr id="160" name="Google Shape;160;p21"/>
          <p:cNvSpPr txBox="1"/>
          <p:nvPr>
            <p:ph idx="8" type="subTitle"/>
          </p:nvPr>
        </p:nvSpPr>
        <p:spPr>
          <a:xfrm>
            <a:off x="7003150" y="3568050"/>
            <a:ext cx="1702200" cy="37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1pPr>
            <a:lvl2pPr lvl="1">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2pPr>
            <a:lvl3pPr lvl="2">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3pPr>
            <a:lvl4pPr lvl="3">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4pPr>
            <a:lvl5pPr lvl="4">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5pPr>
            <a:lvl6pPr lvl="5">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6pPr>
            <a:lvl7pPr lvl="6">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7pPr>
            <a:lvl8pPr lvl="7">
              <a:spcBef>
                <a:spcPts val="1000"/>
              </a:spcBef>
              <a:spcAft>
                <a:spcPts val="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8pPr>
            <a:lvl9pPr lvl="8">
              <a:spcBef>
                <a:spcPts val="1000"/>
              </a:spcBef>
              <a:spcAft>
                <a:spcPts val="1000"/>
              </a:spcAft>
              <a:buClr>
                <a:schemeClr val="dk1"/>
              </a:buClr>
              <a:buSzPts val="1200"/>
              <a:buFont typeface="Plus Jakarta Sans Medium"/>
              <a:buNone/>
              <a:defRPr>
                <a:solidFill>
                  <a:schemeClr val="dk1"/>
                </a:solidFill>
                <a:latin typeface="Plus Jakarta Sans Medium"/>
                <a:ea typeface="Plus Jakarta Sans Medium"/>
                <a:cs typeface="Plus Jakarta Sans Medium"/>
                <a:sym typeface="Plus Jakarta Sans Medium"/>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TITLE_1_1_4">
    <p:spTree>
      <p:nvGrpSpPr>
        <p:cNvPr id="161" name="Shape 161"/>
        <p:cNvGrpSpPr/>
        <p:nvPr/>
      </p:nvGrpSpPr>
      <p:grpSpPr>
        <a:xfrm>
          <a:off x="0" y="0"/>
          <a:ext cx="0" cy="0"/>
          <a:chOff x="0" y="0"/>
          <a:chExt cx="0" cy="0"/>
        </a:xfrm>
      </p:grpSpPr>
      <p:sp>
        <p:nvSpPr>
          <p:cNvPr id="162" name="Google Shape;162;p22"/>
          <p:cNvSpPr/>
          <p:nvPr/>
        </p:nvSpPr>
        <p:spPr>
          <a:xfrm>
            <a:off x="6625332" y="229950"/>
            <a:ext cx="2283000" cy="2283000"/>
          </a:xfrm>
          <a:prstGeom prst="roundRect">
            <a:avLst>
              <a:gd fmla="val 12219"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sp>
        <p:nvSpPr>
          <p:cNvPr id="163" name="Google Shape;163;p22"/>
          <p:cNvSpPr/>
          <p:nvPr/>
        </p:nvSpPr>
        <p:spPr>
          <a:xfrm>
            <a:off x="235213" y="229950"/>
            <a:ext cx="6282300" cy="4683600"/>
          </a:xfrm>
          <a:prstGeom prst="roundRect">
            <a:avLst>
              <a:gd fmla="val 5845"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sp>
        <p:nvSpPr>
          <p:cNvPr id="164" name="Google Shape;164;p22"/>
          <p:cNvSpPr/>
          <p:nvPr/>
        </p:nvSpPr>
        <p:spPr>
          <a:xfrm>
            <a:off x="6625786" y="2630415"/>
            <a:ext cx="2283000" cy="2283000"/>
          </a:xfrm>
          <a:prstGeom prst="roundRect">
            <a:avLst>
              <a:gd fmla="val 12219"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Inter"/>
                <a:ea typeface="Inter"/>
                <a:cs typeface="Inter"/>
                <a:sym typeface="Inter"/>
              </a:rPr>
              <a:t> </a:t>
            </a:r>
            <a:endParaRPr>
              <a:solidFill>
                <a:schemeClr val="dk1"/>
              </a:solidFill>
              <a:latin typeface="Inter"/>
              <a:ea typeface="Inter"/>
              <a:cs typeface="Inter"/>
              <a:sym typeface="Inter"/>
            </a:endParaRPr>
          </a:p>
        </p:txBody>
      </p:sp>
      <p:sp>
        <p:nvSpPr>
          <p:cNvPr id="165" name="Google Shape;165;p22"/>
          <p:cNvSpPr txBox="1"/>
          <p:nvPr>
            <p:ph type="title"/>
          </p:nvPr>
        </p:nvSpPr>
        <p:spPr>
          <a:xfrm>
            <a:off x="570013" y="3961157"/>
            <a:ext cx="5582100" cy="6030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4800">
                <a:solidFill>
                  <a:schemeClr val="accent4"/>
                </a:solidFill>
                <a:latin typeface="Plus Jakarta Sans Medium"/>
                <a:ea typeface="Plus Jakarta Sans Medium"/>
                <a:cs typeface="Plus Jakarta Sans Medium"/>
                <a:sym typeface="Plus Jakarta Sans Medium"/>
              </a:defRPr>
            </a:lvl1pPr>
            <a:lvl2pPr lvl="1">
              <a:lnSpc>
                <a:spcPct val="90000"/>
              </a:lnSpc>
              <a:spcBef>
                <a:spcPts val="0"/>
              </a:spcBef>
              <a:spcAft>
                <a:spcPts val="0"/>
              </a:spcAft>
              <a:buNone/>
              <a:defRPr sz="4800">
                <a:solidFill>
                  <a:schemeClr val="accent4"/>
                </a:solidFill>
                <a:latin typeface="Plus Jakarta Sans Medium"/>
                <a:ea typeface="Plus Jakarta Sans Medium"/>
                <a:cs typeface="Plus Jakarta Sans Medium"/>
                <a:sym typeface="Plus Jakarta Sans Medium"/>
              </a:defRPr>
            </a:lvl2pPr>
            <a:lvl3pPr lvl="2">
              <a:lnSpc>
                <a:spcPct val="90000"/>
              </a:lnSpc>
              <a:spcBef>
                <a:spcPts val="0"/>
              </a:spcBef>
              <a:spcAft>
                <a:spcPts val="0"/>
              </a:spcAft>
              <a:buNone/>
              <a:defRPr sz="4800">
                <a:solidFill>
                  <a:schemeClr val="accent4"/>
                </a:solidFill>
                <a:latin typeface="Plus Jakarta Sans Medium"/>
                <a:ea typeface="Plus Jakarta Sans Medium"/>
                <a:cs typeface="Plus Jakarta Sans Medium"/>
                <a:sym typeface="Plus Jakarta Sans Medium"/>
              </a:defRPr>
            </a:lvl3pPr>
            <a:lvl4pPr lvl="3">
              <a:lnSpc>
                <a:spcPct val="90000"/>
              </a:lnSpc>
              <a:spcBef>
                <a:spcPts val="0"/>
              </a:spcBef>
              <a:spcAft>
                <a:spcPts val="0"/>
              </a:spcAft>
              <a:buNone/>
              <a:defRPr sz="4800">
                <a:solidFill>
                  <a:schemeClr val="accent4"/>
                </a:solidFill>
                <a:latin typeface="Plus Jakarta Sans Medium"/>
                <a:ea typeface="Plus Jakarta Sans Medium"/>
                <a:cs typeface="Plus Jakarta Sans Medium"/>
                <a:sym typeface="Plus Jakarta Sans Medium"/>
              </a:defRPr>
            </a:lvl4pPr>
            <a:lvl5pPr lvl="4">
              <a:lnSpc>
                <a:spcPct val="90000"/>
              </a:lnSpc>
              <a:spcBef>
                <a:spcPts val="0"/>
              </a:spcBef>
              <a:spcAft>
                <a:spcPts val="0"/>
              </a:spcAft>
              <a:buNone/>
              <a:defRPr sz="4800">
                <a:solidFill>
                  <a:schemeClr val="accent4"/>
                </a:solidFill>
                <a:latin typeface="Plus Jakarta Sans Medium"/>
                <a:ea typeface="Plus Jakarta Sans Medium"/>
                <a:cs typeface="Plus Jakarta Sans Medium"/>
                <a:sym typeface="Plus Jakarta Sans Medium"/>
              </a:defRPr>
            </a:lvl5pPr>
            <a:lvl6pPr lvl="5">
              <a:lnSpc>
                <a:spcPct val="90000"/>
              </a:lnSpc>
              <a:spcBef>
                <a:spcPts val="0"/>
              </a:spcBef>
              <a:spcAft>
                <a:spcPts val="0"/>
              </a:spcAft>
              <a:buNone/>
              <a:defRPr sz="4800">
                <a:solidFill>
                  <a:schemeClr val="accent4"/>
                </a:solidFill>
                <a:latin typeface="Plus Jakarta Sans Medium"/>
                <a:ea typeface="Plus Jakarta Sans Medium"/>
                <a:cs typeface="Plus Jakarta Sans Medium"/>
                <a:sym typeface="Plus Jakarta Sans Medium"/>
              </a:defRPr>
            </a:lvl6pPr>
            <a:lvl7pPr lvl="6">
              <a:lnSpc>
                <a:spcPct val="90000"/>
              </a:lnSpc>
              <a:spcBef>
                <a:spcPts val="0"/>
              </a:spcBef>
              <a:spcAft>
                <a:spcPts val="0"/>
              </a:spcAft>
              <a:buNone/>
              <a:defRPr sz="4800">
                <a:solidFill>
                  <a:schemeClr val="accent4"/>
                </a:solidFill>
                <a:latin typeface="Plus Jakarta Sans Medium"/>
                <a:ea typeface="Plus Jakarta Sans Medium"/>
                <a:cs typeface="Plus Jakarta Sans Medium"/>
                <a:sym typeface="Plus Jakarta Sans Medium"/>
              </a:defRPr>
            </a:lvl7pPr>
            <a:lvl8pPr lvl="7">
              <a:lnSpc>
                <a:spcPct val="90000"/>
              </a:lnSpc>
              <a:spcBef>
                <a:spcPts val="0"/>
              </a:spcBef>
              <a:spcAft>
                <a:spcPts val="0"/>
              </a:spcAft>
              <a:buNone/>
              <a:defRPr sz="4800">
                <a:solidFill>
                  <a:schemeClr val="accent4"/>
                </a:solidFill>
                <a:latin typeface="Plus Jakarta Sans Medium"/>
                <a:ea typeface="Plus Jakarta Sans Medium"/>
                <a:cs typeface="Plus Jakarta Sans Medium"/>
                <a:sym typeface="Plus Jakarta Sans Medium"/>
              </a:defRPr>
            </a:lvl8pPr>
            <a:lvl9pPr lvl="8">
              <a:lnSpc>
                <a:spcPct val="90000"/>
              </a:lnSpc>
              <a:spcBef>
                <a:spcPts val="0"/>
              </a:spcBef>
              <a:spcAft>
                <a:spcPts val="0"/>
              </a:spcAft>
              <a:buNone/>
              <a:defRPr sz="4800">
                <a:solidFill>
                  <a:schemeClr val="accent4"/>
                </a:solidFill>
                <a:latin typeface="Plus Jakarta Sans Medium"/>
                <a:ea typeface="Plus Jakarta Sans Medium"/>
                <a:cs typeface="Plus Jakarta Sans Medium"/>
                <a:sym typeface="Plus Jakarta Sans Medium"/>
              </a:defRPr>
            </a:lvl9pPr>
          </a:lstStyle>
          <a:p/>
        </p:txBody>
      </p:sp>
      <p:sp>
        <p:nvSpPr>
          <p:cNvPr descr="A donut shape" id="166" name="Google Shape;166;p22"/>
          <p:cNvSpPr/>
          <p:nvPr/>
        </p:nvSpPr>
        <p:spPr>
          <a:xfrm>
            <a:off x="7134588" y="3139675"/>
            <a:ext cx="1264500" cy="1264500"/>
          </a:xfrm>
          <a:prstGeom prst="donut">
            <a:avLst>
              <a:gd fmla="val 2500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sp>
        <p:nvSpPr>
          <p:cNvPr descr="A star icon" id="167" name="Google Shape;167;p22"/>
          <p:cNvSpPr/>
          <p:nvPr/>
        </p:nvSpPr>
        <p:spPr>
          <a:xfrm>
            <a:off x="7092288" y="697800"/>
            <a:ext cx="1349100" cy="1347300"/>
          </a:xfrm>
          <a:prstGeom prst="plaque">
            <a:avLst>
              <a:gd fmla="val 44918"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cussion">
  <p:cSld name="CUSTOM">
    <p:spTree>
      <p:nvGrpSpPr>
        <p:cNvPr id="168" name="Shape 168"/>
        <p:cNvGrpSpPr/>
        <p:nvPr/>
      </p:nvGrpSpPr>
      <p:grpSpPr>
        <a:xfrm>
          <a:off x="0" y="0"/>
          <a:ext cx="0" cy="0"/>
          <a:chOff x="0" y="0"/>
          <a:chExt cx="0" cy="0"/>
        </a:xfrm>
      </p:grpSpPr>
      <p:sp>
        <p:nvSpPr>
          <p:cNvPr id="169" name="Google Shape;169;p23"/>
          <p:cNvSpPr/>
          <p:nvPr/>
        </p:nvSpPr>
        <p:spPr>
          <a:xfrm rot="5400000">
            <a:off x="-285900" y="285900"/>
            <a:ext cx="5143500" cy="4571700"/>
          </a:xfrm>
          <a:prstGeom prst="round2SameRect">
            <a:avLst>
              <a:gd fmla="val 6890" name="adj1"/>
              <a:gd fmla="val 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sp>
        <p:nvSpPr>
          <p:cNvPr id="170" name="Google Shape;170;p23"/>
          <p:cNvSpPr txBox="1"/>
          <p:nvPr>
            <p:ph idx="1" type="subTitle"/>
          </p:nvPr>
        </p:nvSpPr>
        <p:spPr>
          <a:xfrm>
            <a:off x="293700" y="295600"/>
            <a:ext cx="772500" cy="161400"/>
          </a:xfrm>
          <a:prstGeom prst="rect">
            <a:avLst/>
          </a:prstGeom>
        </p:spPr>
        <p:txBody>
          <a:bodyPr anchorCtr="0" anchor="t" bIns="0" lIns="0" spcFirstLastPara="1" rIns="0" wrap="square" tIns="0">
            <a:noAutofit/>
          </a:bodyPr>
          <a:lstStyle>
            <a:lvl1pPr lvl="0" algn="ctr">
              <a:spcBef>
                <a:spcPts val="0"/>
              </a:spcBef>
              <a:spcAft>
                <a:spcPts val="0"/>
              </a:spcAft>
              <a:buClr>
                <a:schemeClr val="accent4"/>
              </a:buClr>
              <a:buSzPts val="1000"/>
              <a:buNone/>
              <a:defRPr sz="1000">
                <a:solidFill>
                  <a:schemeClr val="accent4"/>
                </a:solidFill>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71" name="Google Shape;171;p23"/>
          <p:cNvSpPr txBox="1"/>
          <p:nvPr>
            <p:ph idx="2" type="subTitle"/>
          </p:nvPr>
        </p:nvSpPr>
        <p:spPr>
          <a:xfrm>
            <a:off x="4810050" y="462400"/>
            <a:ext cx="4048500" cy="440400"/>
          </a:xfrm>
          <a:prstGeom prst="rect">
            <a:avLst/>
          </a:prstGeom>
        </p:spPr>
        <p:txBody>
          <a:bodyPr anchorCtr="0" anchor="ctr" bIns="0" lIns="0" spcFirstLastPara="1" rIns="0" wrap="square" tIns="0">
            <a:noAutofit/>
          </a:bodyPr>
          <a:lstStyle>
            <a:lvl1pPr lvl="0" algn="ctr">
              <a:spcBef>
                <a:spcPts val="0"/>
              </a:spcBef>
              <a:spcAft>
                <a:spcPts val="0"/>
              </a:spcAft>
              <a:buSzPts val="1000"/>
              <a:buNone/>
              <a:defRPr sz="1000"/>
            </a:lvl1pPr>
            <a:lvl2pPr lvl="1" algn="ctr">
              <a:spcBef>
                <a:spcPts val="0"/>
              </a:spcBef>
              <a:spcAft>
                <a:spcPts val="0"/>
              </a:spcAft>
              <a:buSzPts val="1200"/>
              <a:buNone/>
              <a:defRPr/>
            </a:lvl2pPr>
            <a:lvl3pPr lvl="2" algn="ctr">
              <a:spcBef>
                <a:spcPts val="0"/>
              </a:spcBef>
              <a:spcAft>
                <a:spcPts val="0"/>
              </a:spcAft>
              <a:buSzPts val="1200"/>
              <a:buNone/>
              <a:defRPr/>
            </a:lvl3pPr>
            <a:lvl4pPr lvl="3" algn="ctr">
              <a:spcBef>
                <a:spcPts val="0"/>
              </a:spcBef>
              <a:spcAft>
                <a:spcPts val="0"/>
              </a:spcAft>
              <a:buSzPts val="1200"/>
              <a:buNone/>
              <a:defRPr/>
            </a:lvl4pPr>
            <a:lvl5pPr lvl="4" algn="ctr">
              <a:spcBef>
                <a:spcPts val="0"/>
              </a:spcBef>
              <a:spcAft>
                <a:spcPts val="0"/>
              </a:spcAft>
              <a:buSzPts val="1200"/>
              <a:buNone/>
              <a:defRPr/>
            </a:lvl5pPr>
            <a:lvl6pPr lvl="5" algn="ctr">
              <a:spcBef>
                <a:spcPts val="0"/>
              </a:spcBef>
              <a:spcAft>
                <a:spcPts val="0"/>
              </a:spcAft>
              <a:buSzPts val="1200"/>
              <a:buNone/>
              <a:defRPr/>
            </a:lvl6pPr>
            <a:lvl7pPr lvl="6" algn="ctr">
              <a:spcBef>
                <a:spcPts val="0"/>
              </a:spcBef>
              <a:spcAft>
                <a:spcPts val="0"/>
              </a:spcAft>
              <a:buSzPts val="1200"/>
              <a:buNone/>
              <a:defRPr/>
            </a:lvl7pPr>
            <a:lvl8pPr lvl="7" algn="ctr">
              <a:spcBef>
                <a:spcPts val="0"/>
              </a:spcBef>
              <a:spcAft>
                <a:spcPts val="0"/>
              </a:spcAft>
              <a:buSzPts val="1200"/>
              <a:buNone/>
              <a:defRPr/>
            </a:lvl8pPr>
            <a:lvl9pPr lvl="8" algn="ctr">
              <a:spcBef>
                <a:spcPts val="0"/>
              </a:spcBef>
              <a:spcAft>
                <a:spcPts val="0"/>
              </a:spcAft>
              <a:buSzPts val="1200"/>
              <a:buNone/>
              <a:defRPr/>
            </a:lvl9pPr>
          </a:lstStyle>
          <a:p/>
        </p:txBody>
      </p:sp>
      <p:sp>
        <p:nvSpPr>
          <p:cNvPr id="172" name="Google Shape;172;p23"/>
          <p:cNvSpPr txBox="1"/>
          <p:nvPr>
            <p:ph idx="3" type="subTitle"/>
          </p:nvPr>
        </p:nvSpPr>
        <p:spPr>
          <a:xfrm>
            <a:off x="4810050" y="1406975"/>
            <a:ext cx="4048500" cy="440400"/>
          </a:xfrm>
          <a:prstGeom prst="rect">
            <a:avLst/>
          </a:prstGeom>
        </p:spPr>
        <p:txBody>
          <a:bodyPr anchorCtr="0" anchor="ctr" bIns="0" lIns="0" spcFirstLastPara="1" rIns="0" wrap="square" tIns="0">
            <a:noAutofit/>
          </a:bodyPr>
          <a:lstStyle>
            <a:lvl1pPr lvl="0" algn="ctr">
              <a:spcBef>
                <a:spcPts val="0"/>
              </a:spcBef>
              <a:spcAft>
                <a:spcPts val="0"/>
              </a:spcAft>
              <a:buSzPts val="1000"/>
              <a:buNone/>
              <a:defRPr sz="1000"/>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73" name="Google Shape;173;p23"/>
          <p:cNvSpPr txBox="1"/>
          <p:nvPr>
            <p:ph idx="4" type="subTitle"/>
          </p:nvPr>
        </p:nvSpPr>
        <p:spPr>
          <a:xfrm>
            <a:off x="4810050" y="2351550"/>
            <a:ext cx="4048500" cy="440400"/>
          </a:xfrm>
          <a:prstGeom prst="rect">
            <a:avLst/>
          </a:prstGeom>
        </p:spPr>
        <p:txBody>
          <a:bodyPr anchorCtr="0" anchor="ctr" bIns="0" lIns="0" spcFirstLastPara="1" rIns="0" wrap="square" tIns="0">
            <a:noAutofit/>
          </a:bodyPr>
          <a:lstStyle>
            <a:lvl1pPr lvl="0" algn="ctr">
              <a:spcBef>
                <a:spcPts val="0"/>
              </a:spcBef>
              <a:spcAft>
                <a:spcPts val="0"/>
              </a:spcAft>
              <a:buSzPts val="1000"/>
              <a:buNone/>
              <a:defRPr sz="1000"/>
            </a:lvl1pPr>
            <a:lvl2pPr lvl="1" algn="ctr">
              <a:spcBef>
                <a:spcPts val="0"/>
              </a:spcBef>
              <a:spcAft>
                <a:spcPts val="0"/>
              </a:spcAft>
              <a:buSzPts val="1200"/>
              <a:buNone/>
              <a:defRPr/>
            </a:lvl2pPr>
            <a:lvl3pPr lvl="2" algn="ctr">
              <a:spcBef>
                <a:spcPts val="0"/>
              </a:spcBef>
              <a:spcAft>
                <a:spcPts val="0"/>
              </a:spcAft>
              <a:buSzPts val="1200"/>
              <a:buNone/>
              <a:defRPr/>
            </a:lvl3pPr>
            <a:lvl4pPr lvl="3" algn="ctr">
              <a:spcBef>
                <a:spcPts val="0"/>
              </a:spcBef>
              <a:spcAft>
                <a:spcPts val="0"/>
              </a:spcAft>
              <a:buSzPts val="1200"/>
              <a:buNone/>
              <a:defRPr/>
            </a:lvl4pPr>
            <a:lvl5pPr lvl="4" algn="ctr">
              <a:spcBef>
                <a:spcPts val="0"/>
              </a:spcBef>
              <a:spcAft>
                <a:spcPts val="0"/>
              </a:spcAft>
              <a:buSzPts val="1200"/>
              <a:buNone/>
              <a:defRPr/>
            </a:lvl5pPr>
            <a:lvl6pPr lvl="5" algn="ctr">
              <a:spcBef>
                <a:spcPts val="0"/>
              </a:spcBef>
              <a:spcAft>
                <a:spcPts val="0"/>
              </a:spcAft>
              <a:buSzPts val="1200"/>
              <a:buNone/>
              <a:defRPr/>
            </a:lvl6pPr>
            <a:lvl7pPr lvl="6" algn="ctr">
              <a:spcBef>
                <a:spcPts val="0"/>
              </a:spcBef>
              <a:spcAft>
                <a:spcPts val="0"/>
              </a:spcAft>
              <a:buSzPts val="1200"/>
              <a:buNone/>
              <a:defRPr/>
            </a:lvl7pPr>
            <a:lvl8pPr lvl="7" algn="ctr">
              <a:spcBef>
                <a:spcPts val="0"/>
              </a:spcBef>
              <a:spcAft>
                <a:spcPts val="0"/>
              </a:spcAft>
              <a:buSzPts val="1200"/>
              <a:buNone/>
              <a:defRPr/>
            </a:lvl8pPr>
            <a:lvl9pPr lvl="8" algn="ctr">
              <a:spcBef>
                <a:spcPts val="0"/>
              </a:spcBef>
              <a:spcAft>
                <a:spcPts val="0"/>
              </a:spcAft>
              <a:buSzPts val="1200"/>
              <a:buNone/>
              <a:defRPr/>
            </a:lvl9pPr>
          </a:lstStyle>
          <a:p/>
        </p:txBody>
      </p:sp>
      <p:sp>
        <p:nvSpPr>
          <p:cNvPr id="174" name="Google Shape;174;p23"/>
          <p:cNvSpPr txBox="1"/>
          <p:nvPr>
            <p:ph idx="5" type="subTitle"/>
          </p:nvPr>
        </p:nvSpPr>
        <p:spPr>
          <a:xfrm>
            <a:off x="4810050" y="3296125"/>
            <a:ext cx="4048500" cy="440400"/>
          </a:xfrm>
          <a:prstGeom prst="rect">
            <a:avLst/>
          </a:prstGeom>
        </p:spPr>
        <p:txBody>
          <a:bodyPr anchorCtr="0" anchor="ctr" bIns="0" lIns="0" spcFirstLastPara="1" rIns="0" wrap="square" tIns="0">
            <a:noAutofit/>
          </a:bodyPr>
          <a:lstStyle>
            <a:lvl1pPr lvl="0" algn="ctr">
              <a:spcBef>
                <a:spcPts val="0"/>
              </a:spcBef>
              <a:spcAft>
                <a:spcPts val="0"/>
              </a:spcAft>
              <a:buSzPts val="1000"/>
              <a:buNone/>
              <a:defRPr sz="1000"/>
            </a:lvl1pPr>
            <a:lvl2pPr lvl="1" algn="ctr">
              <a:spcBef>
                <a:spcPts val="0"/>
              </a:spcBef>
              <a:spcAft>
                <a:spcPts val="0"/>
              </a:spcAft>
              <a:buSzPts val="1200"/>
              <a:buNone/>
              <a:defRPr/>
            </a:lvl2pPr>
            <a:lvl3pPr lvl="2" algn="ctr">
              <a:spcBef>
                <a:spcPts val="0"/>
              </a:spcBef>
              <a:spcAft>
                <a:spcPts val="0"/>
              </a:spcAft>
              <a:buSzPts val="1200"/>
              <a:buNone/>
              <a:defRPr/>
            </a:lvl3pPr>
            <a:lvl4pPr lvl="3" algn="ctr">
              <a:spcBef>
                <a:spcPts val="0"/>
              </a:spcBef>
              <a:spcAft>
                <a:spcPts val="0"/>
              </a:spcAft>
              <a:buSzPts val="1200"/>
              <a:buNone/>
              <a:defRPr/>
            </a:lvl4pPr>
            <a:lvl5pPr lvl="4" algn="ctr">
              <a:spcBef>
                <a:spcPts val="0"/>
              </a:spcBef>
              <a:spcAft>
                <a:spcPts val="0"/>
              </a:spcAft>
              <a:buSzPts val="1200"/>
              <a:buNone/>
              <a:defRPr/>
            </a:lvl5pPr>
            <a:lvl6pPr lvl="5" algn="ctr">
              <a:spcBef>
                <a:spcPts val="0"/>
              </a:spcBef>
              <a:spcAft>
                <a:spcPts val="0"/>
              </a:spcAft>
              <a:buSzPts val="1200"/>
              <a:buNone/>
              <a:defRPr/>
            </a:lvl6pPr>
            <a:lvl7pPr lvl="6" algn="ctr">
              <a:spcBef>
                <a:spcPts val="0"/>
              </a:spcBef>
              <a:spcAft>
                <a:spcPts val="0"/>
              </a:spcAft>
              <a:buSzPts val="1200"/>
              <a:buNone/>
              <a:defRPr/>
            </a:lvl7pPr>
            <a:lvl8pPr lvl="7" algn="ctr">
              <a:spcBef>
                <a:spcPts val="0"/>
              </a:spcBef>
              <a:spcAft>
                <a:spcPts val="0"/>
              </a:spcAft>
              <a:buSzPts val="1200"/>
              <a:buNone/>
              <a:defRPr/>
            </a:lvl8pPr>
            <a:lvl9pPr lvl="8" algn="ctr">
              <a:spcBef>
                <a:spcPts val="0"/>
              </a:spcBef>
              <a:spcAft>
                <a:spcPts val="0"/>
              </a:spcAft>
              <a:buSzPts val="1200"/>
              <a:buNone/>
              <a:defRPr/>
            </a:lvl9pPr>
          </a:lstStyle>
          <a:p/>
        </p:txBody>
      </p:sp>
      <p:sp>
        <p:nvSpPr>
          <p:cNvPr id="175" name="Google Shape;175;p23"/>
          <p:cNvSpPr txBox="1"/>
          <p:nvPr>
            <p:ph idx="6" type="subTitle"/>
          </p:nvPr>
        </p:nvSpPr>
        <p:spPr>
          <a:xfrm>
            <a:off x="4810050" y="4240700"/>
            <a:ext cx="4048500" cy="440400"/>
          </a:xfrm>
          <a:prstGeom prst="rect">
            <a:avLst/>
          </a:prstGeom>
        </p:spPr>
        <p:txBody>
          <a:bodyPr anchorCtr="0" anchor="ctr" bIns="0" lIns="0" spcFirstLastPara="1" rIns="0" wrap="square" tIns="0">
            <a:noAutofit/>
          </a:bodyPr>
          <a:lstStyle>
            <a:lvl1pPr lvl="0" algn="ctr">
              <a:spcBef>
                <a:spcPts val="0"/>
              </a:spcBef>
              <a:spcAft>
                <a:spcPts val="0"/>
              </a:spcAft>
              <a:buSzPts val="1000"/>
              <a:buNone/>
              <a:defRPr sz="1000"/>
            </a:lvl1pPr>
            <a:lvl2pPr lvl="1" algn="ctr">
              <a:spcBef>
                <a:spcPts val="0"/>
              </a:spcBef>
              <a:spcAft>
                <a:spcPts val="0"/>
              </a:spcAft>
              <a:buSzPts val="1200"/>
              <a:buNone/>
              <a:defRPr/>
            </a:lvl2pPr>
            <a:lvl3pPr lvl="2" algn="ctr">
              <a:spcBef>
                <a:spcPts val="0"/>
              </a:spcBef>
              <a:spcAft>
                <a:spcPts val="0"/>
              </a:spcAft>
              <a:buSzPts val="1200"/>
              <a:buNone/>
              <a:defRPr/>
            </a:lvl3pPr>
            <a:lvl4pPr lvl="3" algn="ctr">
              <a:spcBef>
                <a:spcPts val="0"/>
              </a:spcBef>
              <a:spcAft>
                <a:spcPts val="0"/>
              </a:spcAft>
              <a:buSzPts val="1200"/>
              <a:buNone/>
              <a:defRPr/>
            </a:lvl4pPr>
            <a:lvl5pPr lvl="4" algn="ctr">
              <a:spcBef>
                <a:spcPts val="0"/>
              </a:spcBef>
              <a:spcAft>
                <a:spcPts val="0"/>
              </a:spcAft>
              <a:buSzPts val="1200"/>
              <a:buNone/>
              <a:defRPr/>
            </a:lvl5pPr>
            <a:lvl6pPr lvl="5" algn="ctr">
              <a:spcBef>
                <a:spcPts val="0"/>
              </a:spcBef>
              <a:spcAft>
                <a:spcPts val="0"/>
              </a:spcAft>
              <a:buSzPts val="1200"/>
              <a:buNone/>
              <a:defRPr/>
            </a:lvl6pPr>
            <a:lvl7pPr lvl="6" algn="ctr">
              <a:spcBef>
                <a:spcPts val="0"/>
              </a:spcBef>
              <a:spcAft>
                <a:spcPts val="0"/>
              </a:spcAft>
              <a:buSzPts val="1200"/>
              <a:buNone/>
              <a:defRPr/>
            </a:lvl7pPr>
            <a:lvl8pPr lvl="7" algn="ctr">
              <a:spcBef>
                <a:spcPts val="0"/>
              </a:spcBef>
              <a:spcAft>
                <a:spcPts val="0"/>
              </a:spcAft>
              <a:buSzPts val="1200"/>
              <a:buNone/>
              <a:defRPr/>
            </a:lvl8pPr>
            <a:lvl9pPr lvl="8" algn="ctr">
              <a:spcBef>
                <a:spcPts val="0"/>
              </a:spcBef>
              <a:spcAft>
                <a:spcPts val="0"/>
              </a:spcAft>
              <a:buSzPts val="1200"/>
              <a:buNone/>
              <a:defRPr/>
            </a:lvl9pPr>
          </a:lstStyle>
          <a:p/>
        </p:txBody>
      </p:sp>
      <p:sp>
        <p:nvSpPr>
          <p:cNvPr id="176" name="Google Shape;176;p23"/>
          <p:cNvSpPr txBox="1"/>
          <p:nvPr>
            <p:ph type="title"/>
          </p:nvPr>
        </p:nvSpPr>
        <p:spPr>
          <a:xfrm>
            <a:off x="228600" y="1001425"/>
            <a:ext cx="3912900" cy="2487000"/>
          </a:xfrm>
          <a:prstGeom prst="rect">
            <a:avLst/>
          </a:prstGeom>
        </p:spPr>
        <p:txBody>
          <a:bodyPr anchorCtr="0" anchor="t" bIns="0" lIns="0" spcFirstLastPara="1" rIns="0" wrap="square" tIns="0">
            <a:noAutofit/>
          </a:bodyPr>
          <a:lstStyle>
            <a:lvl1pPr lvl="0">
              <a:spcBef>
                <a:spcPts val="0"/>
              </a:spcBef>
              <a:spcAft>
                <a:spcPts val="0"/>
              </a:spcAft>
              <a:buClr>
                <a:schemeClr val="lt2"/>
              </a:buClr>
              <a:buSzPts val="3000"/>
              <a:buNone/>
              <a:defRPr sz="3000">
                <a:solidFill>
                  <a:schemeClr val="lt2"/>
                </a:solidFill>
              </a:defRPr>
            </a:lvl1pPr>
            <a:lvl2pPr lvl="1">
              <a:spcBef>
                <a:spcPts val="0"/>
              </a:spcBef>
              <a:spcAft>
                <a:spcPts val="0"/>
              </a:spcAft>
              <a:buClr>
                <a:schemeClr val="lt2"/>
              </a:buClr>
              <a:buSzPts val="3000"/>
              <a:buNone/>
              <a:defRPr sz="3000">
                <a:solidFill>
                  <a:schemeClr val="lt2"/>
                </a:solidFill>
              </a:defRPr>
            </a:lvl2pPr>
            <a:lvl3pPr lvl="2">
              <a:spcBef>
                <a:spcPts val="0"/>
              </a:spcBef>
              <a:spcAft>
                <a:spcPts val="0"/>
              </a:spcAft>
              <a:buClr>
                <a:schemeClr val="lt2"/>
              </a:buClr>
              <a:buSzPts val="3000"/>
              <a:buNone/>
              <a:defRPr sz="3000">
                <a:solidFill>
                  <a:schemeClr val="lt2"/>
                </a:solidFill>
              </a:defRPr>
            </a:lvl3pPr>
            <a:lvl4pPr lvl="3">
              <a:spcBef>
                <a:spcPts val="0"/>
              </a:spcBef>
              <a:spcAft>
                <a:spcPts val="0"/>
              </a:spcAft>
              <a:buClr>
                <a:schemeClr val="lt2"/>
              </a:buClr>
              <a:buSzPts val="3000"/>
              <a:buNone/>
              <a:defRPr sz="3000">
                <a:solidFill>
                  <a:schemeClr val="lt2"/>
                </a:solidFill>
              </a:defRPr>
            </a:lvl4pPr>
            <a:lvl5pPr lvl="4">
              <a:spcBef>
                <a:spcPts val="0"/>
              </a:spcBef>
              <a:spcAft>
                <a:spcPts val="0"/>
              </a:spcAft>
              <a:buClr>
                <a:schemeClr val="lt2"/>
              </a:buClr>
              <a:buSzPts val="3000"/>
              <a:buNone/>
              <a:defRPr sz="3000">
                <a:solidFill>
                  <a:schemeClr val="lt2"/>
                </a:solidFill>
              </a:defRPr>
            </a:lvl5pPr>
            <a:lvl6pPr lvl="5">
              <a:spcBef>
                <a:spcPts val="0"/>
              </a:spcBef>
              <a:spcAft>
                <a:spcPts val="0"/>
              </a:spcAft>
              <a:buClr>
                <a:schemeClr val="lt2"/>
              </a:buClr>
              <a:buSzPts val="3000"/>
              <a:buNone/>
              <a:defRPr sz="3000">
                <a:solidFill>
                  <a:schemeClr val="lt2"/>
                </a:solidFill>
              </a:defRPr>
            </a:lvl6pPr>
            <a:lvl7pPr lvl="6">
              <a:spcBef>
                <a:spcPts val="0"/>
              </a:spcBef>
              <a:spcAft>
                <a:spcPts val="0"/>
              </a:spcAft>
              <a:buClr>
                <a:schemeClr val="lt2"/>
              </a:buClr>
              <a:buSzPts val="3000"/>
              <a:buNone/>
              <a:defRPr sz="3000">
                <a:solidFill>
                  <a:schemeClr val="lt2"/>
                </a:solidFill>
              </a:defRPr>
            </a:lvl7pPr>
            <a:lvl8pPr lvl="7">
              <a:spcBef>
                <a:spcPts val="0"/>
              </a:spcBef>
              <a:spcAft>
                <a:spcPts val="0"/>
              </a:spcAft>
              <a:buClr>
                <a:schemeClr val="lt2"/>
              </a:buClr>
              <a:buSzPts val="3000"/>
              <a:buNone/>
              <a:defRPr sz="3000">
                <a:solidFill>
                  <a:schemeClr val="lt2"/>
                </a:solidFill>
              </a:defRPr>
            </a:lvl8pPr>
            <a:lvl9pPr lvl="8">
              <a:spcBef>
                <a:spcPts val="0"/>
              </a:spcBef>
              <a:spcAft>
                <a:spcPts val="0"/>
              </a:spcAft>
              <a:buClr>
                <a:schemeClr val="lt2"/>
              </a:buClr>
              <a:buSzPts val="3000"/>
              <a:buNone/>
              <a:defRPr sz="3000">
                <a:solidFill>
                  <a:schemeClr val="lt2"/>
                </a:solidFill>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ser journey ">
  <p:cSld name="CUSTOM_1">
    <p:spTree>
      <p:nvGrpSpPr>
        <p:cNvPr id="177" name="Shape 177"/>
        <p:cNvGrpSpPr/>
        <p:nvPr/>
      </p:nvGrpSpPr>
      <p:grpSpPr>
        <a:xfrm>
          <a:off x="0" y="0"/>
          <a:ext cx="0" cy="0"/>
          <a:chOff x="0" y="0"/>
          <a:chExt cx="0" cy="0"/>
        </a:xfrm>
      </p:grpSpPr>
      <p:sp>
        <p:nvSpPr>
          <p:cNvPr id="178" name="Google Shape;178;p24"/>
          <p:cNvSpPr/>
          <p:nvPr/>
        </p:nvSpPr>
        <p:spPr>
          <a:xfrm>
            <a:off x="228600" y="229900"/>
            <a:ext cx="992400" cy="292800"/>
          </a:xfrm>
          <a:prstGeom prst="roundRect">
            <a:avLst>
              <a:gd fmla="val 26895"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accent3"/>
                </a:solidFill>
                <a:latin typeface="Plus Jakarta Sans Medium"/>
                <a:ea typeface="Plus Jakarta Sans Medium"/>
                <a:cs typeface="Plus Jakarta Sans Medium"/>
                <a:sym typeface="Plus Jakarta Sans Medium"/>
              </a:rPr>
              <a:t>User journey</a:t>
            </a:r>
            <a:endParaRPr sz="1000">
              <a:solidFill>
                <a:schemeClr val="accent3"/>
              </a:solidFill>
              <a:latin typeface="Plus Jakarta Sans Medium"/>
              <a:ea typeface="Plus Jakarta Sans Medium"/>
              <a:cs typeface="Plus Jakarta Sans Medium"/>
              <a:sym typeface="Plus Jakarta Sans Medium"/>
            </a:endParaRPr>
          </a:p>
        </p:txBody>
      </p:sp>
      <p:sp>
        <p:nvSpPr>
          <p:cNvPr id="179" name="Google Shape;179;p24"/>
          <p:cNvSpPr/>
          <p:nvPr>
            <p:ph idx="2" type="pic"/>
          </p:nvPr>
        </p:nvSpPr>
        <p:spPr>
          <a:xfrm>
            <a:off x="230700" y="911875"/>
            <a:ext cx="1751400" cy="2634000"/>
          </a:xfrm>
          <a:prstGeom prst="round2SameRect">
            <a:avLst>
              <a:gd fmla="val 12650" name="adj1"/>
              <a:gd fmla="val 0" name="adj2"/>
            </a:avLst>
          </a:prstGeom>
          <a:noFill/>
          <a:ln>
            <a:noFill/>
          </a:ln>
        </p:spPr>
      </p:sp>
      <p:sp>
        <p:nvSpPr>
          <p:cNvPr id="180" name="Google Shape;180;p24"/>
          <p:cNvSpPr txBox="1"/>
          <p:nvPr>
            <p:ph idx="1" type="subTitle"/>
          </p:nvPr>
        </p:nvSpPr>
        <p:spPr>
          <a:xfrm>
            <a:off x="314750" y="3677475"/>
            <a:ext cx="1565400" cy="389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None/>
              <a:defRPr sz="10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181" name="Google Shape;181;p24"/>
          <p:cNvSpPr/>
          <p:nvPr>
            <p:ph idx="3" type="pic"/>
          </p:nvPr>
        </p:nvSpPr>
        <p:spPr>
          <a:xfrm>
            <a:off x="2867100" y="480475"/>
            <a:ext cx="1746300" cy="1337400"/>
          </a:xfrm>
          <a:prstGeom prst="round2SameRect">
            <a:avLst>
              <a:gd fmla="val 11765" name="adj1"/>
              <a:gd fmla="val 0" name="adj2"/>
            </a:avLst>
          </a:prstGeom>
          <a:noFill/>
          <a:ln>
            <a:noFill/>
          </a:ln>
        </p:spPr>
      </p:sp>
      <p:sp>
        <p:nvSpPr>
          <p:cNvPr id="182" name="Google Shape;182;p24"/>
          <p:cNvSpPr/>
          <p:nvPr>
            <p:ph idx="4" type="pic"/>
          </p:nvPr>
        </p:nvSpPr>
        <p:spPr>
          <a:xfrm>
            <a:off x="2867100" y="2804388"/>
            <a:ext cx="1746300" cy="1337400"/>
          </a:xfrm>
          <a:prstGeom prst="round2SameRect">
            <a:avLst>
              <a:gd fmla="val 11765" name="adj1"/>
              <a:gd fmla="val 0" name="adj2"/>
            </a:avLst>
          </a:prstGeom>
          <a:noFill/>
          <a:ln>
            <a:noFill/>
          </a:ln>
        </p:spPr>
      </p:sp>
      <p:sp>
        <p:nvSpPr>
          <p:cNvPr id="183" name="Google Shape;183;p24"/>
          <p:cNvSpPr/>
          <p:nvPr>
            <p:ph idx="5" type="pic"/>
          </p:nvPr>
        </p:nvSpPr>
        <p:spPr>
          <a:xfrm rot="-5400000">
            <a:off x="5934450" y="-27825"/>
            <a:ext cx="1344300" cy="2202000"/>
          </a:xfrm>
          <a:prstGeom prst="round2SameRect">
            <a:avLst>
              <a:gd fmla="val 9438" name="adj1"/>
              <a:gd fmla="val 0" name="adj2"/>
            </a:avLst>
          </a:prstGeom>
          <a:noFill/>
          <a:ln>
            <a:noFill/>
          </a:ln>
        </p:spPr>
      </p:sp>
      <p:sp>
        <p:nvSpPr>
          <p:cNvPr id="184" name="Google Shape;184;p24"/>
          <p:cNvSpPr/>
          <p:nvPr>
            <p:ph idx="6" type="pic"/>
          </p:nvPr>
        </p:nvSpPr>
        <p:spPr>
          <a:xfrm rot="-5400000">
            <a:off x="5934450" y="1470950"/>
            <a:ext cx="1344300" cy="2202000"/>
          </a:xfrm>
          <a:prstGeom prst="round2SameRect">
            <a:avLst>
              <a:gd fmla="val 9438" name="adj1"/>
              <a:gd fmla="val 0" name="adj2"/>
            </a:avLst>
          </a:prstGeom>
          <a:noFill/>
          <a:ln>
            <a:noFill/>
          </a:ln>
        </p:spPr>
      </p:sp>
      <p:sp>
        <p:nvSpPr>
          <p:cNvPr id="185" name="Google Shape;185;p24"/>
          <p:cNvSpPr/>
          <p:nvPr>
            <p:ph idx="7" type="pic"/>
          </p:nvPr>
        </p:nvSpPr>
        <p:spPr>
          <a:xfrm rot="-5400000">
            <a:off x="5934450" y="2969725"/>
            <a:ext cx="1344300" cy="2202000"/>
          </a:xfrm>
          <a:prstGeom prst="round2SameRect">
            <a:avLst>
              <a:gd fmla="val 9438" name="adj1"/>
              <a:gd fmla="val 0" name="adj2"/>
            </a:avLst>
          </a:prstGeom>
          <a:noFill/>
          <a:ln>
            <a:noFill/>
          </a:ln>
        </p:spPr>
      </p:sp>
      <p:sp>
        <p:nvSpPr>
          <p:cNvPr id="186" name="Google Shape;186;p24"/>
          <p:cNvSpPr txBox="1"/>
          <p:nvPr>
            <p:ph idx="8" type="subTitle"/>
          </p:nvPr>
        </p:nvSpPr>
        <p:spPr>
          <a:xfrm>
            <a:off x="2961150" y="1899800"/>
            <a:ext cx="1565400" cy="389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None/>
              <a:defRPr sz="10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187" name="Google Shape;187;p24"/>
          <p:cNvSpPr txBox="1"/>
          <p:nvPr>
            <p:ph idx="9" type="subTitle"/>
          </p:nvPr>
        </p:nvSpPr>
        <p:spPr>
          <a:xfrm>
            <a:off x="2961150" y="4252075"/>
            <a:ext cx="1565400" cy="389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None/>
              <a:defRPr sz="10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188" name="Google Shape;188;p24"/>
          <p:cNvSpPr txBox="1"/>
          <p:nvPr>
            <p:ph idx="13" type="subTitle"/>
          </p:nvPr>
        </p:nvSpPr>
        <p:spPr>
          <a:xfrm>
            <a:off x="7827000" y="522700"/>
            <a:ext cx="952500" cy="1070400"/>
          </a:xfrm>
          <a:prstGeom prst="rect">
            <a:avLst/>
          </a:prstGeom>
        </p:spPr>
        <p:txBody>
          <a:bodyPr anchorCtr="0" anchor="t" bIns="0" lIns="0" spcFirstLastPara="1" rIns="0" wrap="square" tIns="0">
            <a:noAutofit/>
          </a:bodyPr>
          <a:lstStyle>
            <a:lvl1pPr lvl="0">
              <a:spcBef>
                <a:spcPts val="0"/>
              </a:spcBef>
              <a:spcAft>
                <a:spcPts val="0"/>
              </a:spcAft>
              <a:buSzPts val="1000"/>
              <a:buNone/>
              <a:defRPr sz="1000"/>
            </a:lvl1pPr>
            <a:lvl2pPr lvl="1">
              <a:spcBef>
                <a:spcPts val="0"/>
              </a:spcBef>
              <a:spcAft>
                <a:spcPts val="0"/>
              </a:spcAft>
              <a:buClr>
                <a:schemeClr val="lt1"/>
              </a:buClr>
              <a:buSzPts val="1000"/>
              <a:buNone/>
              <a:defRPr sz="1000"/>
            </a:lvl2pPr>
            <a:lvl3pPr lvl="2">
              <a:spcBef>
                <a:spcPts val="0"/>
              </a:spcBef>
              <a:spcAft>
                <a:spcPts val="0"/>
              </a:spcAft>
              <a:buClr>
                <a:schemeClr val="lt1"/>
              </a:buClr>
              <a:buSzPts val="1000"/>
              <a:buNone/>
              <a:defRPr sz="1000"/>
            </a:lvl3pPr>
            <a:lvl4pPr lvl="3">
              <a:spcBef>
                <a:spcPts val="0"/>
              </a:spcBef>
              <a:spcAft>
                <a:spcPts val="0"/>
              </a:spcAft>
              <a:buClr>
                <a:schemeClr val="lt1"/>
              </a:buClr>
              <a:buSzPts val="1000"/>
              <a:buNone/>
              <a:defRPr sz="1000"/>
            </a:lvl4pPr>
            <a:lvl5pPr lvl="4">
              <a:spcBef>
                <a:spcPts val="0"/>
              </a:spcBef>
              <a:spcAft>
                <a:spcPts val="0"/>
              </a:spcAft>
              <a:buClr>
                <a:schemeClr val="lt1"/>
              </a:buClr>
              <a:buSzPts val="1000"/>
              <a:buNone/>
              <a:defRPr sz="1000"/>
            </a:lvl5pPr>
            <a:lvl6pPr lvl="5">
              <a:spcBef>
                <a:spcPts val="0"/>
              </a:spcBef>
              <a:spcAft>
                <a:spcPts val="0"/>
              </a:spcAft>
              <a:buClr>
                <a:schemeClr val="lt1"/>
              </a:buClr>
              <a:buSzPts val="1000"/>
              <a:buNone/>
              <a:defRPr sz="1000"/>
            </a:lvl6pPr>
            <a:lvl7pPr lvl="6">
              <a:spcBef>
                <a:spcPts val="0"/>
              </a:spcBef>
              <a:spcAft>
                <a:spcPts val="0"/>
              </a:spcAft>
              <a:buClr>
                <a:schemeClr val="lt1"/>
              </a:buClr>
              <a:buSzPts val="1000"/>
              <a:buNone/>
              <a:defRPr sz="1000"/>
            </a:lvl7pPr>
            <a:lvl8pPr lvl="7">
              <a:spcBef>
                <a:spcPts val="0"/>
              </a:spcBef>
              <a:spcAft>
                <a:spcPts val="0"/>
              </a:spcAft>
              <a:buClr>
                <a:schemeClr val="lt1"/>
              </a:buClr>
              <a:buSzPts val="1000"/>
              <a:buNone/>
              <a:defRPr sz="1000"/>
            </a:lvl8pPr>
            <a:lvl9pPr lvl="8">
              <a:spcBef>
                <a:spcPts val="0"/>
              </a:spcBef>
              <a:spcAft>
                <a:spcPts val="0"/>
              </a:spcAft>
              <a:buClr>
                <a:schemeClr val="lt1"/>
              </a:buClr>
              <a:buSzPts val="1000"/>
              <a:buNone/>
              <a:defRPr sz="1000"/>
            </a:lvl9pPr>
          </a:lstStyle>
          <a:p/>
        </p:txBody>
      </p:sp>
      <p:sp>
        <p:nvSpPr>
          <p:cNvPr id="189" name="Google Shape;189;p24"/>
          <p:cNvSpPr txBox="1"/>
          <p:nvPr>
            <p:ph idx="14" type="subTitle"/>
          </p:nvPr>
        </p:nvSpPr>
        <p:spPr>
          <a:xfrm>
            <a:off x="7827000" y="2036750"/>
            <a:ext cx="952500" cy="1070400"/>
          </a:xfrm>
          <a:prstGeom prst="rect">
            <a:avLst/>
          </a:prstGeom>
        </p:spPr>
        <p:txBody>
          <a:bodyPr anchorCtr="0" anchor="t" bIns="0" lIns="0" spcFirstLastPara="1" rIns="0" wrap="square" tIns="0">
            <a:noAutofit/>
          </a:bodyPr>
          <a:lstStyle>
            <a:lvl1pPr lvl="0">
              <a:spcBef>
                <a:spcPts val="0"/>
              </a:spcBef>
              <a:spcAft>
                <a:spcPts val="0"/>
              </a:spcAft>
              <a:buSzPts val="1000"/>
              <a:buNone/>
              <a:defRPr sz="1000"/>
            </a:lvl1pPr>
            <a:lvl2pPr lvl="1">
              <a:spcBef>
                <a:spcPts val="0"/>
              </a:spcBef>
              <a:spcAft>
                <a:spcPts val="0"/>
              </a:spcAft>
              <a:buClr>
                <a:schemeClr val="lt1"/>
              </a:buClr>
              <a:buSzPts val="1000"/>
              <a:buNone/>
              <a:defRPr sz="1000"/>
            </a:lvl2pPr>
            <a:lvl3pPr lvl="2">
              <a:spcBef>
                <a:spcPts val="0"/>
              </a:spcBef>
              <a:spcAft>
                <a:spcPts val="0"/>
              </a:spcAft>
              <a:buClr>
                <a:schemeClr val="lt1"/>
              </a:buClr>
              <a:buSzPts val="1000"/>
              <a:buNone/>
              <a:defRPr sz="1000"/>
            </a:lvl3pPr>
            <a:lvl4pPr lvl="3">
              <a:spcBef>
                <a:spcPts val="0"/>
              </a:spcBef>
              <a:spcAft>
                <a:spcPts val="0"/>
              </a:spcAft>
              <a:buClr>
                <a:schemeClr val="lt1"/>
              </a:buClr>
              <a:buSzPts val="1000"/>
              <a:buNone/>
              <a:defRPr sz="1000"/>
            </a:lvl4pPr>
            <a:lvl5pPr lvl="4">
              <a:spcBef>
                <a:spcPts val="0"/>
              </a:spcBef>
              <a:spcAft>
                <a:spcPts val="0"/>
              </a:spcAft>
              <a:buClr>
                <a:schemeClr val="lt1"/>
              </a:buClr>
              <a:buSzPts val="1000"/>
              <a:buNone/>
              <a:defRPr sz="1000"/>
            </a:lvl5pPr>
            <a:lvl6pPr lvl="5">
              <a:spcBef>
                <a:spcPts val="0"/>
              </a:spcBef>
              <a:spcAft>
                <a:spcPts val="0"/>
              </a:spcAft>
              <a:buClr>
                <a:schemeClr val="lt1"/>
              </a:buClr>
              <a:buSzPts val="1000"/>
              <a:buNone/>
              <a:defRPr sz="1000"/>
            </a:lvl6pPr>
            <a:lvl7pPr lvl="6">
              <a:spcBef>
                <a:spcPts val="0"/>
              </a:spcBef>
              <a:spcAft>
                <a:spcPts val="0"/>
              </a:spcAft>
              <a:buClr>
                <a:schemeClr val="lt1"/>
              </a:buClr>
              <a:buSzPts val="1000"/>
              <a:buNone/>
              <a:defRPr sz="1000"/>
            </a:lvl7pPr>
            <a:lvl8pPr lvl="7">
              <a:spcBef>
                <a:spcPts val="0"/>
              </a:spcBef>
              <a:spcAft>
                <a:spcPts val="0"/>
              </a:spcAft>
              <a:buClr>
                <a:schemeClr val="lt1"/>
              </a:buClr>
              <a:buSzPts val="1000"/>
              <a:buNone/>
              <a:defRPr sz="1000"/>
            </a:lvl8pPr>
            <a:lvl9pPr lvl="8">
              <a:spcBef>
                <a:spcPts val="0"/>
              </a:spcBef>
              <a:spcAft>
                <a:spcPts val="0"/>
              </a:spcAft>
              <a:buClr>
                <a:schemeClr val="lt1"/>
              </a:buClr>
              <a:buSzPts val="1000"/>
              <a:buNone/>
              <a:defRPr sz="1000"/>
            </a:lvl9pPr>
          </a:lstStyle>
          <a:p/>
        </p:txBody>
      </p:sp>
      <p:sp>
        <p:nvSpPr>
          <p:cNvPr id="190" name="Google Shape;190;p24"/>
          <p:cNvSpPr txBox="1"/>
          <p:nvPr>
            <p:ph idx="15" type="subTitle"/>
          </p:nvPr>
        </p:nvSpPr>
        <p:spPr>
          <a:xfrm>
            <a:off x="7827000" y="3550800"/>
            <a:ext cx="952500" cy="1070400"/>
          </a:xfrm>
          <a:prstGeom prst="rect">
            <a:avLst/>
          </a:prstGeom>
        </p:spPr>
        <p:txBody>
          <a:bodyPr anchorCtr="0" anchor="t" bIns="0" lIns="0" spcFirstLastPara="1" rIns="0" wrap="square" tIns="0">
            <a:noAutofit/>
          </a:bodyPr>
          <a:lstStyle>
            <a:lvl1pPr lvl="0">
              <a:spcBef>
                <a:spcPts val="0"/>
              </a:spcBef>
              <a:spcAft>
                <a:spcPts val="0"/>
              </a:spcAft>
              <a:buSzPts val="1000"/>
              <a:buNone/>
              <a:defRPr sz="1000"/>
            </a:lvl1pPr>
            <a:lvl2pPr lvl="1">
              <a:spcBef>
                <a:spcPts val="0"/>
              </a:spcBef>
              <a:spcAft>
                <a:spcPts val="0"/>
              </a:spcAft>
              <a:buClr>
                <a:schemeClr val="lt1"/>
              </a:buClr>
              <a:buSzPts val="1000"/>
              <a:buNone/>
              <a:defRPr sz="1000"/>
            </a:lvl2pPr>
            <a:lvl3pPr lvl="2">
              <a:spcBef>
                <a:spcPts val="0"/>
              </a:spcBef>
              <a:spcAft>
                <a:spcPts val="0"/>
              </a:spcAft>
              <a:buClr>
                <a:schemeClr val="lt1"/>
              </a:buClr>
              <a:buSzPts val="1000"/>
              <a:buNone/>
              <a:defRPr sz="1000"/>
            </a:lvl3pPr>
            <a:lvl4pPr lvl="3">
              <a:spcBef>
                <a:spcPts val="0"/>
              </a:spcBef>
              <a:spcAft>
                <a:spcPts val="0"/>
              </a:spcAft>
              <a:buClr>
                <a:schemeClr val="lt1"/>
              </a:buClr>
              <a:buSzPts val="1000"/>
              <a:buNone/>
              <a:defRPr sz="1000"/>
            </a:lvl4pPr>
            <a:lvl5pPr lvl="4">
              <a:spcBef>
                <a:spcPts val="0"/>
              </a:spcBef>
              <a:spcAft>
                <a:spcPts val="0"/>
              </a:spcAft>
              <a:buClr>
                <a:schemeClr val="lt1"/>
              </a:buClr>
              <a:buSzPts val="1000"/>
              <a:buNone/>
              <a:defRPr sz="1000"/>
            </a:lvl5pPr>
            <a:lvl6pPr lvl="5">
              <a:spcBef>
                <a:spcPts val="0"/>
              </a:spcBef>
              <a:spcAft>
                <a:spcPts val="0"/>
              </a:spcAft>
              <a:buClr>
                <a:schemeClr val="lt1"/>
              </a:buClr>
              <a:buSzPts val="1000"/>
              <a:buNone/>
              <a:defRPr sz="1000"/>
            </a:lvl6pPr>
            <a:lvl7pPr lvl="6">
              <a:spcBef>
                <a:spcPts val="0"/>
              </a:spcBef>
              <a:spcAft>
                <a:spcPts val="0"/>
              </a:spcAft>
              <a:buClr>
                <a:schemeClr val="lt1"/>
              </a:buClr>
              <a:buSzPts val="1000"/>
              <a:buNone/>
              <a:defRPr sz="1000"/>
            </a:lvl7pPr>
            <a:lvl8pPr lvl="7">
              <a:spcBef>
                <a:spcPts val="0"/>
              </a:spcBef>
              <a:spcAft>
                <a:spcPts val="0"/>
              </a:spcAft>
              <a:buClr>
                <a:schemeClr val="lt1"/>
              </a:buClr>
              <a:buSzPts val="1000"/>
              <a:buNone/>
              <a:defRPr sz="1000"/>
            </a:lvl8pPr>
            <a:lvl9pPr lvl="8">
              <a:spcBef>
                <a:spcPts val="0"/>
              </a:spcBef>
              <a:spcAft>
                <a:spcPts val="0"/>
              </a:spcAft>
              <a:buClr>
                <a:schemeClr val="lt1"/>
              </a:buClr>
              <a:buSzPts val="1000"/>
              <a:buNone/>
              <a:defRPr sz="10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ser journey ALT 1">
  <p:cSld name="CUSTOM_2">
    <p:spTree>
      <p:nvGrpSpPr>
        <p:cNvPr id="191" name="Shape 191"/>
        <p:cNvGrpSpPr/>
        <p:nvPr/>
      </p:nvGrpSpPr>
      <p:grpSpPr>
        <a:xfrm>
          <a:off x="0" y="0"/>
          <a:ext cx="0" cy="0"/>
          <a:chOff x="0" y="0"/>
          <a:chExt cx="0" cy="0"/>
        </a:xfrm>
      </p:grpSpPr>
      <p:sp>
        <p:nvSpPr>
          <p:cNvPr id="192" name="Google Shape;192;p25"/>
          <p:cNvSpPr/>
          <p:nvPr/>
        </p:nvSpPr>
        <p:spPr>
          <a:xfrm>
            <a:off x="228600" y="229900"/>
            <a:ext cx="992400" cy="292800"/>
          </a:xfrm>
          <a:prstGeom prst="roundRect">
            <a:avLst>
              <a:gd fmla="val 26895"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accent3"/>
                </a:solidFill>
                <a:latin typeface="Plus Jakarta Sans Medium"/>
                <a:ea typeface="Plus Jakarta Sans Medium"/>
                <a:cs typeface="Plus Jakarta Sans Medium"/>
                <a:sym typeface="Plus Jakarta Sans Medium"/>
              </a:rPr>
              <a:t>User journey</a:t>
            </a:r>
            <a:endParaRPr sz="1000">
              <a:solidFill>
                <a:schemeClr val="accent3"/>
              </a:solidFill>
              <a:latin typeface="Plus Jakarta Sans Medium"/>
              <a:ea typeface="Plus Jakarta Sans Medium"/>
              <a:cs typeface="Plus Jakarta Sans Medium"/>
              <a:sym typeface="Plus Jakarta Sans Medium"/>
            </a:endParaRPr>
          </a:p>
        </p:txBody>
      </p:sp>
      <p:sp>
        <p:nvSpPr>
          <p:cNvPr id="193" name="Google Shape;193;p25"/>
          <p:cNvSpPr txBox="1"/>
          <p:nvPr>
            <p:ph idx="1" type="body"/>
          </p:nvPr>
        </p:nvSpPr>
        <p:spPr>
          <a:xfrm>
            <a:off x="347850" y="1888450"/>
            <a:ext cx="1780800" cy="14328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94" name="Google Shape;194;p25"/>
          <p:cNvSpPr txBox="1"/>
          <p:nvPr>
            <p:ph idx="2" type="body"/>
          </p:nvPr>
        </p:nvSpPr>
        <p:spPr>
          <a:xfrm>
            <a:off x="6079400" y="405850"/>
            <a:ext cx="2683500" cy="7785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95" name="Google Shape;195;p25"/>
          <p:cNvSpPr txBox="1"/>
          <p:nvPr>
            <p:ph idx="3" type="body"/>
          </p:nvPr>
        </p:nvSpPr>
        <p:spPr>
          <a:xfrm>
            <a:off x="6079400" y="1606817"/>
            <a:ext cx="2683500" cy="7785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96" name="Google Shape;196;p25"/>
          <p:cNvSpPr txBox="1"/>
          <p:nvPr>
            <p:ph idx="4" type="body"/>
          </p:nvPr>
        </p:nvSpPr>
        <p:spPr>
          <a:xfrm>
            <a:off x="6079400" y="2807783"/>
            <a:ext cx="2683500" cy="7785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97" name="Google Shape;197;p25"/>
          <p:cNvSpPr txBox="1"/>
          <p:nvPr>
            <p:ph idx="5" type="body"/>
          </p:nvPr>
        </p:nvSpPr>
        <p:spPr>
          <a:xfrm>
            <a:off x="6079400" y="4008750"/>
            <a:ext cx="2683500" cy="7785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98" name="Google Shape;198;p25"/>
          <p:cNvSpPr txBox="1"/>
          <p:nvPr>
            <p:ph idx="6" type="body"/>
          </p:nvPr>
        </p:nvSpPr>
        <p:spPr>
          <a:xfrm>
            <a:off x="3213625" y="662625"/>
            <a:ext cx="1780800" cy="14328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99" name="Google Shape;199;p25"/>
          <p:cNvSpPr txBox="1"/>
          <p:nvPr>
            <p:ph idx="7" type="body"/>
          </p:nvPr>
        </p:nvSpPr>
        <p:spPr>
          <a:xfrm>
            <a:off x="3213625" y="3056300"/>
            <a:ext cx="1780800" cy="14328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200" name="Shape 200"/>
        <p:cNvGrpSpPr/>
        <p:nvPr/>
      </p:nvGrpSpPr>
      <p:grpSpPr>
        <a:xfrm>
          <a:off x="0" y="0"/>
          <a:ext cx="0" cy="0"/>
          <a:chOff x="0" y="0"/>
          <a:chExt cx="0" cy="0"/>
        </a:xfrm>
      </p:grpSpPr>
      <p:sp>
        <p:nvSpPr>
          <p:cNvPr id="201" name="Google Shape;201;p26"/>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202" name="Shape 202"/>
        <p:cNvGrpSpPr/>
        <p:nvPr/>
      </p:nvGrpSpPr>
      <p:grpSpPr>
        <a:xfrm>
          <a:off x="0" y="0"/>
          <a:ext cx="0" cy="0"/>
          <a:chOff x="0" y="0"/>
          <a:chExt cx="0" cy="0"/>
        </a:xfrm>
      </p:grpSpPr>
      <p:sp>
        <p:nvSpPr>
          <p:cNvPr id="203" name="Google Shape;203;p2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4" name="Google Shape;204;p2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205" name="Shape 205"/>
        <p:cNvGrpSpPr/>
        <p:nvPr/>
      </p:nvGrpSpPr>
      <p:grpSpPr>
        <a:xfrm>
          <a:off x="0" y="0"/>
          <a:ext cx="0" cy="0"/>
          <a:chOff x="0" y="0"/>
          <a:chExt cx="0" cy="0"/>
        </a:xfrm>
      </p:grpSpPr>
      <p:sp>
        <p:nvSpPr>
          <p:cNvPr id="206" name="Google Shape;206;p2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7" name="Google Shape;207;p28"/>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08" name="Google Shape;208;p28"/>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09" name="Shape 209"/>
        <p:cNvGrpSpPr/>
        <p:nvPr/>
      </p:nvGrpSpPr>
      <p:grpSpPr>
        <a:xfrm>
          <a:off x="0" y="0"/>
          <a:ext cx="0" cy="0"/>
          <a:chOff x="0" y="0"/>
          <a:chExt cx="0" cy="0"/>
        </a:xfrm>
      </p:grpSpPr>
      <p:sp>
        <p:nvSpPr>
          <p:cNvPr id="210" name="Google Shape;210;p2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211" name="Shape 211"/>
        <p:cNvGrpSpPr/>
        <p:nvPr/>
      </p:nvGrpSpPr>
      <p:grpSpPr>
        <a:xfrm>
          <a:off x="0" y="0"/>
          <a:ext cx="0" cy="0"/>
          <a:chOff x="0" y="0"/>
          <a:chExt cx="0" cy="0"/>
        </a:xfrm>
      </p:grpSpPr>
      <p:sp>
        <p:nvSpPr>
          <p:cNvPr id="212" name="Google Shape;212;p30"/>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13" name="Google Shape;213;p30"/>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214" name="Shape 214"/>
        <p:cNvGrpSpPr/>
        <p:nvPr/>
      </p:nvGrpSpPr>
      <p:grpSpPr>
        <a:xfrm>
          <a:off x="0" y="0"/>
          <a:ext cx="0" cy="0"/>
          <a:chOff x="0" y="0"/>
          <a:chExt cx="0" cy="0"/>
        </a:xfrm>
      </p:grpSpPr>
      <p:sp>
        <p:nvSpPr>
          <p:cNvPr id="215" name="Google Shape;215;p31"/>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216" name="Shape 216"/>
        <p:cNvGrpSpPr/>
        <p:nvPr/>
      </p:nvGrpSpPr>
      <p:grpSpPr>
        <a:xfrm>
          <a:off x="0" y="0"/>
          <a:ext cx="0" cy="0"/>
          <a:chOff x="0" y="0"/>
          <a:chExt cx="0" cy="0"/>
        </a:xfrm>
      </p:grpSpPr>
      <p:sp>
        <p:nvSpPr>
          <p:cNvPr id="217" name="Google Shape;217;p32"/>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218" name="Google Shape;218;p32"/>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219" name="Google Shape;219;p32"/>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220" name="Shape 220"/>
        <p:cNvGrpSpPr/>
        <p:nvPr/>
      </p:nvGrpSpPr>
      <p:grpSpPr>
        <a:xfrm>
          <a:off x="0" y="0"/>
          <a:ext cx="0" cy="0"/>
          <a:chOff x="0" y="0"/>
          <a:chExt cx="0" cy="0"/>
        </a:xfrm>
      </p:grpSpPr>
      <p:sp>
        <p:nvSpPr>
          <p:cNvPr id="221" name="Google Shape;221;p33"/>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100"/>
              <a:buNone/>
              <a:defRPr/>
            </a:lvl1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222" name="Shape 222"/>
        <p:cNvGrpSpPr/>
        <p:nvPr/>
      </p:nvGrpSpPr>
      <p:grpSpPr>
        <a:xfrm>
          <a:off x="0" y="0"/>
          <a:ext cx="0" cy="0"/>
          <a:chOff x="0" y="0"/>
          <a:chExt cx="0" cy="0"/>
        </a:xfrm>
      </p:grpSpPr>
      <p:sp>
        <p:nvSpPr>
          <p:cNvPr id="223" name="Google Shape;223;p34"/>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224" name="Google Shape;224;p34"/>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298450" lvl="0" marL="457200" algn="ctr">
              <a:spcBef>
                <a:spcPts val="0"/>
              </a:spcBef>
              <a:spcAft>
                <a:spcPts val="0"/>
              </a:spcAft>
              <a:buSzPts val="11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225" name="Shape 225"/>
        <p:cNvGrpSpPr/>
        <p:nvPr/>
      </p:nvGrpSpPr>
      <p:grpSpPr>
        <a:xfrm>
          <a:off x="0" y="0"/>
          <a:ext cx="0" cy="0"/>
          <a:chOff x="0" y="0"/>
          <a:chExt cx="0" cy="0"/>
        </a:xfrm>
      </p:grpSpPr>
      <p:sp>
        <p:nvSpPr>
          <p:cNvPr id="226" name="Google Shape;226;p35"/>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7" name="Google Shape;227;p35"/>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28" name="Google Shape;228;p35"/>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29" name="Google Shape;229;p35"/>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30" name="Google Shape;230;p35"/>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31" name="Google Shape;231;p35"/>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32" name="Google Shape;232;p35"/>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233" name="Shape 233"/>
        <p:cNvGrpSpPr/>
        <p:nvPr/>
      </p:nvGrpSpPr>
      <p:grpSpPr>
        <a:xfrm>
          <a:off x="0" y="0"/>
          <a:ext cx="0" cy="0"/>
          <a:chOff x="0" y="0"/>
          <a:chExt cx="0" cy="0"/>
        </a:xfrm>
      </p:grpSpPr>
      <p:sp>
        <p:nvSpPr>
          <p:cNvPr id="234" name="Google Shape;234;p3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5" name="Google Shape;235;p36"/>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36" name="Google Shape;236;p36"/>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237" name="Shape 237"/>
        <p:cNvGrpSpPr/>
        <p:nvPr/>
      </p:nvGrpSpPr>
      <p:grpSpPr>
        <a:xfrm>
          <a:off x="0" y="0"/>
          <a:ext cx="0" cy="0"/>
          <a:chOff x="0" y="0"/>
          <a:chExt cx="0" cy="0"/>
        </a:xfrm>
      </p:grpSpPr>
      <p:sp>
        <p:nvSpPr>
          <p:cNvPr id="238" name="Google Shape;238;p37"/>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239" name="Google Shape;239;p37"/>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40" name="Google Shape;240;p37"/>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41" name="Google Shape;241;p37"/>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42" name="Google Shape;242;p37"/>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243" name="Shape 243"/>
        <p:cNvGrpSpPr/>
        <p:nvPr/>
      </p:nvGrpSpPr>
      <p:grpSpPr>
        <a:xfrm>
          <a:off x="0" y="0"/>
          <a:ext cx="0" cy="0"/>
          <a:chOff x="0" y="0"/>
          <a:chExt cx="0" cy="0"/>
        </a:xfrm>
      </p:grpSpPr>
      <p:sp>
        <p:nvSpPr>
          <p:cNvPr id="244" name="Google Shape;244;p38"/>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45" name="Google Shape;245;p38"/>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46" name="Google Shape;246;p38"/>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247" name="Google Shape;247;p38"/>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48" name="Google Shape;248;p38"/>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49" name="Google Shape;249;p38"/>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50" name="Google Shape;250;p38"/>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251" name="Shape 251"/>
        <p:cNvGrpSpPr/>
        <p:nvPr/>
      </p:nvGrpSpPr>
      <p:grpSpPr>
        <a:xfrm>
          <a:off x="0" y="0"/>
          <a:ext cx="0" cy="0"/>
          <a:chOff x="0" y="0"/>
          <a:chExt cx="0" cy="0"/>
        </a:xfrm>
      </p:grpSpPr>
      <p:sp>
        <p:nvSpPr>
          <p:cNvPr id="252" name="Google Shape;252;p39"/>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53" name="Google Shape;253;p39"/>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54" name="Google Shape;254;p39"/>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55" name="Google Shape;255;p39"/>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56" name="Google Shape;256;p39"/>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257" name="Google Shape;257;p39"/>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58" name="Google Shape;258;p39"/>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59" name="Google Shape;259;p39"/>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60" name="Google Shape;260;p39"/>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261" name="Shape 261"/>
        <p:cNvGrpSpPr/>
        <p:nvPr/>
      </p:nvGrpSpPr>
      <p:grpSpPr>
        <a:xfrm>
          <a:off x="0" y="0"/>
          <a:ext cx="0" cy="0"/>
          <a:chOff x="0" y="0"/>
          <a:chExt cx="0" cy="0"/>
        </a:xfrm>
      </p:grpSpPr>
      <p:sp>
        <p:nvSpPr>
          <p:cNvPr id="262" name="Google Shape;262;p4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3" name="Google Shape;263;p40"/>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264" name="Shape 264"/>
        <p:cNvGrpSpPr/>
        <p:nvPr/>
      </p:nvGrpSpPr>
      <p:grpSpPr>
        <a:xfrm>
          <a:off x="0" y="0"/>
          <a:ext cx="0" cy="0"/>
          <a:chOff x="0" y="0"/>
          <a:chExt cx="0" cy="0"/>
        </a:xfrm>
      </p:grpSpPr>
      <p:sp>
        <p:nvSpPr>
          <p:cNvPr id="265" name="Google Shape;265;p41"/>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6" name="Google Shape;266;p41"/>
          <p:cNvSpPr/>
          <p:nvPr>
            <p:ph idx="2" type="pic"/>
          </p:nvPr>
        </p:nvSpPr>
        <p:spPr>
          <a:xfrm>
            <a:off x="4804825" y="1133300"/>
            <a:ext cx="4027500" cy="2392800"/>
          </a:xfrm>
          <a:prstGeom prst="rect">
            <a:avLst/>
          </a:prstGeom>
          <a:noFill/>
          <a:ln>
            <a:noFill/>
          </a:ln>
        </p:spPr>
      </p:sp>
      <p:sp>
        <p:nvSpPr>
          <p:cNvPr id="267" name="Google Shape;267;p41"/>
          <p:cNvSpPr/>
          <p:nvPr>
            <p:ph idx="3" type="pic"/>
          </p:nvPr>
        </p:nvSpPr>
        <p:spPr>
          <a:xfrm>
            <a:off x="311725" y="1133300"/>
            <a:ext cx="4027500" cy="2392800"/>
          </a:xfrm>
          <a:prstGeom prst="rect">
            <a:avLst/>
          </a:prstGeom>
          <a:noFill/>
          <a:ln>
            <a:noFill/>
          </a:ln>
        </p:spPr>
      </p:sp>
      <p:sp>
        <p:nvSpPr>
          <p:cNvPr id="268" name="Google Shape;268;p41"/>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9" name="Google Shape;269;p4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0" name="Google Shape;270;p41"/>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71" name="Google Shape;271;p41"/>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272" name="Shape 272"/>
        <p:cNvGrpSpPr/>
        <p:nvPr/>
      </p:nvGrpSpPr>
      <p:grpSpPr>
        <a:xfrm>
          <a:off x="0" y="0"/>
          <a:ext cx="0" cy="0"/>
          <a:chOff x="0" y="0"/>
          <a:chExt cx="0" cy="0"/>
        </a:xfrm>
      </p:grpSpPr>
      <p:sp>
        <p:nvSpPr>
          <p:cNvPr id="273" name="Google Shape;273;p42"/>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4" name="Google Shape;274;p42"/>
          <p:cNvSpPr/>
          <p:nvPr>
            <p:ph idx="2" type="pic"/>
          </p:nvPr>
        </p:nvSpPr>
        <p:spPr>
          <a:xfrm>
            <a:off x="6205225" y="1128325"/>
            <a:ext cx="2627100" cy="2273100"/>
          </a:xfrm>
          <a:prstGeom prst="rect">
            <a:avLst/>
          </a:prstGeom>
          <a:noFill/>
          <a:ln>
            <a:noFill/>
          </a:ln>
        </p:spPr>
      </p:sp>
      <p:sp>
        <p:nvSpPr>
          <p:cNvPr id="275" name="Google Shape;275;p42"/>
          <p:cNvSpPr/>
          <p:nvPr>
            <p:ph idx="3" type="pic"/>
          </p:nvPr>
        </p:nvSpPr>
        <p:spPr>
          <a:xfrm>
            <a:off x="311725" y="1128325"/>
            <a:ext cx="2627100" cy="2273100"/>
          </a:xfrm>
          <a:prstGeom prst="rect">
            <a:avLst/>
          </a:prstGeom>
          <a:noFill/>
          <a:ln>
            <a:noFill/>
          </a:ln>
        </p:spPr>
      </p:sp>
      <p:sp>
        <p:nvSpPr>
          <p:cNvPr id="276" name="Google Shape;276;p42"/>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7" name="Google Shape;277;p42"/>
          <p:cNvSpPr/>
          <p:nvPr>
            <p:ph idx="5" type="pic"/>
          </p:nvPr>
        </p:nvSpPr>
        <p:spPr>
          <a:xfrm>
            <a:off x="3255250" y="1128325"/>
            <a:ext cx="2627100" cy="2273100"/>
          </a:xfrm>
          <a:prstGeom prst="rect">
            <a:avLst/>
          </a:prstGeom>
          <a:noFill/>
          <a:ln>
            <a:noFill/>
          </a:ln>
        </p:spPr>
      </p:sp>
      <p:sp>
        <p:nvSpPr>
          <p:cNvPr id="278" name="Google Shape;278;p42"/>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9" name="Google Shape;279;p4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0" name="Google Shape;280;p42"/>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81" name="Google Shape;281;p42"/>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82" name="Google Shape;282;p42"/>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283" name="Shape 283"/>
        <p:cNvGrpSpPr/>
        <p:nvPr/>
      </p:nvGrpSpPr>
      <p:grpSpPr>
        <a:xfrm>
          <a:off x="0" y="0"/>
          <a:ext cx="0" cy="0"/>
          <a:chOff x="0" y="0"/>
          <a:chExt cx="0" cy="0"/>
        </a:xfrm>
      </p:grpSpPr>
      <p:sp>
        <p:nvSpPr>
          <p:cNvPr id="284" name="Google Shape;284;p43"/>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285" name="Shape 285"/>
        <p:cNvGrpSpPr/>
        <p:nvPr/>
      </p:nvGrpSpPr>
      <p:grpSpPr>
        <a:xfrm>
          <a:off x="0" y="0"/>
          <a:ext cx="0" cy="0"/>
          <a:chOff x="0" y="0"/>
          <a:chExt cx="0" cy="0"/>
        </a:xfrm>
      </p:grpSpPr>
      <p:sp>
        <p:nvSpPr>
          <p:cNvPr id="286" name="Google Shape;286;p44"/>
          <p:cNvSpPr/>
          <p:nvPr>
            <p:ph idx="2" type="pic"/>
          </p:nvPr>
        </p:nvSpPr>
        <p:spPr>
          <a:xfrm>
            <a:off x="3389600" y="118913"/>
            <a:ext cx="1643700" cy="1535100"/>
          </a:xfrm>
          <a:prstGeom prst="rect">
            <a:avLst/>
          </a:prstGeom>
          <a:noFill/>
          <a:ln>
            <a:noFill/>
          </a:ln>
        </p:spPr>
      </p:sp>
      <p:sp>
        <p:nvSpPr>
          <p:cNvPr id="287" name="Google Shape;287;p44"/>
          <p:cNvSpPr/>
          <p:nvPr>
            <p:ph idx="3" type="pic"/>
          </p:nvPr>
        </p:nvSpPr>
        <p:spPr>
          <a:xfrm>
            <a:off x="5195935" y="118913"/>
            <a:ext cx="1643700" cy="1535100"/>
          </a:xfrm>
          <a:prstGeom prst="rect">
            <a:avLst/>
          </a:prstGeom>
          <a:noFill/>
          <a:ln>
            <a:noFill/>
          </a:ln>
        </p:spPr>
      </p:sp>
      <p:sp>
        <p:nvSpPr>
          <p:cNvPr id="288" name="Google Shape;288;p44"/>
          <p:cNvSpPr/>
          <p:nvPr>
            <p:ph idx="4" type="pic"/>
          </p:nvPr>
        </p:nvSpPr>
        <p:spPr>
          <a:xfrm>
            <a:off x="7002270" y="118913"/>
            <a:ext cx="1643700" cy="1535100"/>
          </a:xfrm>
          <a:prstGeom prst="rect">
            <a:avLst/>
          </a:prstGeom>
          <a:noFill/>
          <a:ln>
            <a:noFill/>
          </a:ln>
        </p:spPr>
      </p:sp>
      <p:sp>
        <p:nvSpPr>
          <p:cNvPr id="289" name="Google Shape;289;p44"/>
          <p:cNvSpPr/>
          <p:nvPr>
            <p:ph idx="5" type="pic"/>
          </p:nvPr>
        </p:nvSpPr>
        <p:spPr>
          <a:xfrm>
            <a:off x="3389588" y="1804212"/>
            <a:ext cx="1643700" cy="1535100"/>
          </a:xfrm>
          <a:prstGeom prst="rect">
            <a:avLst/>
          </a:prstGeom>
          <a:noFill/>
          <a:ln>
            <a:noFill/>
          </a:ln>
        </p:spPr>
      </p:sp>
      <p:sp>
        <p:nvSpPr>
          <p:cNvPr id="290" name="Google Shape;290;p44"/>
          <p:cNvSpPr/>
          <p:nvPr>
            <p:ph idx="6" type="pic"/>
          </p:nvPr>
        </p:nvSpPr>
        <p:spPr>
          <a:xfrm>
            <a:off x="5195922" y="1804212"/>
            <a:ext cx="1643700" cy="1535100"/>
          </a:xfrm>
          <a:prstGeom prst="rect">
            <a:avLst/>
          </a:prstGeom>
          <a:noFill/>
          <a:ln>
            <a:noFill/>
          </a:ln>
        </p:spPr>
      </p:sp>
      <p:sp>
        <p:nvSpPr>
          <p:cNvPr id="291" name="Google Shape;291;p44"/>
          <p:cNvSpPr/>
          <p:nvPr>
            <p:ph idx="7" type="pic"/>
          </p:nvPr>
        </p:nvSpPr>
        <p:spPr>
          <a:xfrm>
            <a:off x="7002257" y="1804212"/>
            <a:ext cx="1643700" cy="1535100"/>
          </a:xfrm>
          <a:prstGeom prst="rect">
            <a:avLst/>
          </a:prstGeom>
          <a:noFill/>
          <a:ln>
            <a:noFill/>
          </a:ln>
        </p:spPr>
      </p:sp>
      <p:sp>
        <p:nvSpPr>
          <p:cNvPr id="292" name="Google Shape;292;p44"/>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3" name="Google Shape;293;p44"/>
          <p:cNvSpPr/>
          <p:nvPr>
            <p:ph idx="8" type="pic"/>
          </p:nvPr>
        </p:nvSpPr>
        <p:spPr>
          <a:xfrm>
            <a:off x="3389588" y="3489487"/>
            <a:ext cx="1643700" cy="1535100"/>
          </a:xfrm>
          <a:prstGeom prst="rect">
            <a:avLst/>
          </a:prstGeom>
          <a:noFill/>
          <a:ln>
            <a:noFill/>
          </a:ln>
        </p:spPr>
      </p:sp>
      <p:sp>
        <p:nvSpPr>
          <p:cNvPr id="294" name="Google Shape;294;p44"/>
          <p:cNvSpPr/>
          <p:nvPr>
            <p:ph idx="9" type="pic"/>
          </p:nvPr>
        </p:nvSpPr>
        <p:spPr>
          <a:xfrm>
            <a:off x="5195922" y="3489487"/>
            <a:ext cx="1643700" cy="1535100"/>
          </a:xfrm>
          <a:prstGeom prst="rect">
            <a:avLst/>
          </a:prstGeom>
          <a:noFill/>
          <a:ln>
            <a:noFill/>
          </a:ln>
        </p:spPr>
      </p:sp>
      <p:sp>
        <p:nvSpPr>
          <p:cNvPr id="295" name="Google Shape;295;p44"/>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44" Type="http://schemas.openxmlformats.org/officeDocument/2006/relationships/theme" Target="../theme/theme1.xml"/><Relationship Id="rId21" Type="http://schemas.openxmlformats.org/officeDocument/2006/relationships/slideLayout" Target="../slideLayouts/slideLayout21.xml"/><Relationship Id="rId43" Type="http://schemas.openxmlformats.org/officeDocument/2006/relationships/slideLayout" Target="../slideLayouts/slideLayout43.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41375" y="356475"/>
            <a:ext cx="2860200" cy="4500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1400"/>
              <a:buFont typeface="Plus Jakarta Sans"/>
              <a:buNone/>
              <a:defRPr>
                <a:solidFill>
                  <a:schemeClr val="lt1"/>
                </a:solidFill>
                <a:latin typeface="Plus Jakarta Sans"/>
                <a:ea typeface="Plus Jakarta Sans"/>
                <a:cs typeface="Plus Jakarta Sans"/>
                <a:sym typeface="Plus Jakarta Sans"/>
              </a:defRPr>
            </a:lvl1pPr>
            <a:lvl2pPr lvl="1">
              <a:spcBef>
                <a:spcPts val="0"/>
              </a:spcBef>
              <a:spcAft>
                <a:spcPts val="0"/>
              </a:spcAft>
              <a:buClr>
                <a:schemeClr val="lt1"/>
              </a:buClr>
              <a:buSzPts val="1400"/>
              <a:buFont typeface="Plus Jakarta Sans"/>
              <a:buNone/>
              <a:defRPr>
                <a:solidFill>
                  <a:schemeClr val="lt1"/>
                </a:solidFill>
                <a:latin typeface="Plus Jakarta Sans"/>
                <a:ea typeface="Plus Jakarta Sans"/>
                <a:cs typeface="Plus Jakarta Sans"/>
                <a:sym typeface="Plus Jakarta Sans"/>
              </a:defRPr>
            </a:lvl2pPr>
            <a:lvl3pPr lvl="2">
              <a:spcBef>
                <a:spcPts val="0"/>
              </a:spcBef>
              <a:spcAft>
                <a:spcPts val="0"/>
              </a:spcAft>
              <a:buClr>
                <a:schemeClr val="lt1"/>
              </a:buClr>
              <a:buSzPts val="1400"/>
              <a:buFont typeface="Plus Jakarta Sans"/>
              <a:buNone/>
              <a:defRPr>
                <a:solidFill>
                  <a:schemeClr val="lt1"/>
                </a:solidFill>
                <a:latin typeface="Plus Jakarta Sans"/>
                <a:ea typeface="Plus Jakarta Sans"/>
                <a:cs typeface="Plus Jakarta Sans"/>
                <a:sym typeface="Plus Jakarta Sans"/>
              </a:defRPr>
            </a:lvl3pPr>
            <a:lvl4pPr lvl="3">
              <a:spcBef>
                <a:spcPts val="0"/>
              </a:spcBef>
              <a:spcAft>
                <a:spcPts val="0"/>
              </a:spcAft>
              <a:buClr>
                <a:schemeClr val="lt1"/>
              </a:buClr>
              <a:buSzPts val="1400"/>
              <a:buFont typeface="Plus Jakarta Sans"/>
              <a:buNone/>
              <a:defRPr>
                <a:solidFill>
                  <a:schemeClr val="lt1"/>
                </a:solidFill>
                <a:latin typeface="Plus Jakarta Sans"/>
                <a:ea typeface="Plus Jakarta Sans"/>
                <a:cs typeface="Plus Jakarta Sans"/>
                <a:sym typeface="Plus Jakarta Sans"/>
              </a:defRPr>
            </a:lvl4pPr>
            <a:lvl5pPr lvl="4">
              <a:spcBef>
                <a:spcPts val="0"/>
              </a:spcBef>
              <a:spcAft>
                <a:spcPts val="0"/>
              </a:spcAft>
              <a:buClr>
                <a:schemeClr val="lt1"/>
              </a:buClr>
              <a:buSzPts val="1400"/>
              <a:buFont typeface="Plus Jakarta Sans"/>
              <a:buNone/>
              <a:defRPr>
                <a:solidFill>
                  <a:schemeClr val="lt1"/>
                </a:solidFill>
                <a:latin typeface="Plus Jakarta Sans"/>
                <a:ea typeface="Plus Jakarta Sans"/>
                <a:cs typeface="Plus Jakarta Sans"/>
                <a:sym typeface="Plus Jakarta Sans"/>
              </a:defRPr>
            </a:lvl5pPr>
            <a:lvl6pPr lvl="5">
              <a:spcBef>
                <a:spcPts val="0"/>
              </a:spcBef>
              <a:spcAft>
                <a:spcPts val="0"/>
              </a:spcAft>
              <a:buClr>
                <a:schemeClr val="lt1"/>
              </a:buClr>
              <a:buSzPts val="1400"/>
              <a:buFont typeface="Plus Jakarta Sans"/>
              <a:buNone/>
              <a:defRPr>
                <a:solidFill>
                  <a:schemeClr val="lt1"/>
                </a:solidFill>
                <a:latin typeface="Plus Jakarta Sans"/>
                <a:ea typeface="Plus Jakarta Sans"/>
                <a:cs typeface="Plus Jakarta Sans"/>
                <a:sym typeface="Plus Jakarta Sans"/>
              </a:defRPr>
            </a:lvl6pPr>
            <a:lvl7pPr lvl="6">
              <a:spcBef>
                <a:spcPts val="0"/>
              </a:spcBef>
              <a:spcAft>
                <a:spcPts val="0"/>
              </a:spcAft>
              <a:buClr>
                <a:schemeClr val="lt1"/>
              </a:buClr>
              <a:buSzPts val="1400"/>
              <a:buFont typeface="Plus Jakarta Sans"/>
              <a:buNone/>
              <a:defRPr>
                <a:solidFill>
                  <a:schemeClr val="lt1"/>
                </a:solidFill>
                <a:latin typeface="Plus Jakarta Sans"/>
                <a:ea typeface="Plus Jakarta Sans"/>
                <a:cs typeface="Plus Jakarta Sans"/>
                <a:sym typeface="Plus Jakarta Sans"/>
              </a:defRPr>
            </a:lvl7pPr>
            <a:lvl8pPr lvl="7">
              <a:spcBef>
                <a:spcPts val="0"/>
              </a:spcBef>
              <a:spcAft>
                <a:spcPts val="0"/>
              </a:spcAft>
              <a:buClr>
                <a:schemeClr val="lt1"/>
              </a:buClr>
              <a:buSzPts val="1400"/>
              <a:buFont typeface="Plus Jakarta Sans"/>
              <a:buNone/>
              <a:defRPr>
                <a:solidFill>
                  <a:schemeClr val="lt1"/>
                </a:solidFill>
                <a:latin typeface="Plus Jakarta Sans"/>
                <a:ea typeface="Plus Jakarta Sans"/>
                <a:cs typeface="Plus Jakarta Sans"/>
                <a:sym typeface="Plus Jakarta Sans"/>
              </a:defRPr>
            </a:lvl8pPr>
            <a:lvl9pPr lvl="8">
              <a:spcBef>
                <a:spcPts val="0"/>
              </a:spcBef>
              <a:spcAft>
                <a:spcPts val="0"/>
              </a:spcAft>
              <a:buClr>
                <a:schemeClr val="lt1"/>
              </a:buClr>
              <a:buSzPts val="1400"/>
              <a:buFont typeface="Plus Jakarta Sans"/>
              <a:buNone/>
              <a:defRPr>
                <a:solidFill>
                  <a:schemeClr val="lt1"/>
                </a:solidFill>
                <a:latin typeface="Plus Jakarta Sans"/>
                <a:ea typeface="Plus Jakarta Sans"/>
                <a:cs typeface="Plus Jakarta Sans"/>
                <a:sym typeface="Plus Jakarta Sans"/>
              </a:defRPr>
            </a:lvl9pPr>
          </a:lstStyle>
          <a:p/>
        </p:txBody>
      </p:sp>
      <p:sp>
        <p:nvSpPr>
          <p:cNvPr id="7" name="Google Shape;7;p1"/>
          <p:cNvSpPr txBox="1"/>
          <p:nvPr>
            <p:ph idx="1" type="body"/>
          </p:nvPr>
        </p:nvSpPr>
        <p:spPr>
          <a:xfrm>
            <a:off x="477400" y="1551575"/>
            <a:ext cx="5666400" cy="24723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1pPr>
            <a:lvl2pPr indent="-298450" lvl="1" marL="914400">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2pPr>
            <a:lvl3pPr indent="-298450" lvl="2" marL="1371600">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3pPr>
            <a:lvl4pPr indent="-298450" lvl="3" marL="1828800">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4pPr>
            <a:lvl5pPr indent="-298450" lvl="4" marL="2286000">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5pPr>
            <a:lvl6pPr indent="-298450" lvl="5" marL="2743200">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6pPr>
            <a:lvl7pPr indent="-298450" lvl="6" marL="3200400">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7pPr>
            <a:lvl8pPr indent="-298450" lvl="7" marL="3657600">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8pPr>
            <a:lvl9pPr indent="-298450" lvl="8" marL="4114800">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Lst>
  <p:transition>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orient="horz" pos="144">
          <p15:clr>
            <a:srgbClr val="E46962"/>
          </p15:clr>
        </p15:guide>
        <p15:guide id="3" pos="144">
          <p15:clr>
            <a:srgbClr val="E46962"/>
          </p15:clr>
        </p15:guide>
        <p15:guide id="4" orient="horz" pos="3096">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3.gif"/><Relationship Id="rId4" Type="http://schemas.openxmlformats.org/officeDocument/2006/relationships/image" Target="../media/image2.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45"/>
          <p:cNvSpPr txBox="1"/>
          <p:nvPr>
            <p:ph idx="1" type="subTitle"/>
          </p:nvPr>
        </p:nvSpPr>
        <p:spPr>
          <a:xfrm>
            <a:off x="4897375" y="2609925"/>
            <a:ext cx="3679800" cy="5958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1800"/>
              <a:t>Chase Pittman</a:t>
            </a:r>
            <a:endParaRPr sz="1800"/>
          </a:p>
          <a:p>
            <a:pPr indent="0" lvl="0" marL="0" rtl="0" algn="l">
              <a:spcBef>
                <a:spcPts val="0"/>
              </a:spcBef>
              <a:spcAft>
                <a:spcPts val="0"/>
              </a:spcAft>
              <a:buNone/>
            </a:pPr>
            <a:r>
              <a:rPr lang="en" sz="1800"/>
              <a:t>Emily Deker</a:t>
            </a:r>
            <a:endParaRPr sz="1800"/>
          </a:p>
        </p:txBody>
      </p:sp>
      <p:sp>
        <p:nvSpPr>
          <p:cNvPr id="301" name="Google Shape;301;p45"/>
          <p:cNvSpPr txBox="1"/>
          <p:nvPr>
            <p:ph type="title"/>
          </p:nvPr>
        </p:nvSpPr>
        <p:spPr>
          <a:xfrm>
            <a:off x="553100" y="1290150"/>
            <a:ext cx="3679800" cy="25632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a:t>Stickerbook: A New Impartial Game</a:t>
            </a:r>
            <a:endParaRPr/>
          </a:p>
        </p:txBody>
      </p:sp>
      <p:sp>
        <p:nvSpPr>
          <p:cNvPr id="302" name="Google Shape;302;p45"/>
          <p:cNvSpPr/>
          <p:nvPr/>
        </p:nvSpPr>
        <p:spPr>
          <a:xfrm>
            <a:off x="4992600" y="628800"/>
            <a:ext cx="1647300" cy="1332900"/>
          </a:xfrm>
          <a:prstGeom prst="rect">
            <a:avLst/>
          </a:pr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03" name="Google Shape;303;p45"/>
          <p:cNvSpPr/>
          <p:nvPr/>
        </p:nvSpPr>
        <p:spPr>
          <a:xfrm>
            <a:off x="7268800" y="641375"/>
            <a:ext cx="1395900" cy="13329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6"/>
          <p:cNvSpPr txBox="1"/>
          <p:nvPr>
            <p:ph type="title"/>
          </p:nvPr>
        </p:nvSpPr>
        <p:spPr>
          <a:xfrm>
            <a:off x="228600" y="228600"/>
            <a:ext cx="6480300" cy="554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How to Play Stickerbook</a:t>
            </a:r>
            <a:endParaRPr/>
          </a:p>
        </p:txBody>
      </p:sp>
      <p:sp>
        <p:nvSpPr>
          <p:cNvPr id="309" name="Google Shape;309;p46"/>
          <p:cNvSpPr txBox="1"/>
          <p:nvPr>
            <p:ph idx="1" type="subTitle"/>
          </p:nvPr>
        </p:nvSpPr>
        <p:spPr>
          <a:xfrm>
            <a:off x="228600" y="853999"/>
            <a:ext cx="8389800" cy="1647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Stickerbook is an original game developed by Chase Pittman and Emily Deker. Stickerbook is played on an m x n grid where m,n  ≥ 2. Players take turns placing square “stickers” over squares on the board, placing a single sticker on any uncovered spot during their turn. The first player to place a sticker  such that a 2 x 2 solid square is formed loses the game. </a:t>
            </a:r>
            <a:endParaRPr/>
          </a:p>
        </p:txBody>
      </p:sp>
      <p:sp>
        <p:nvSpPr>
          <p:cNvPr id="310" name="Google Shape;310;p46"/>
          <p:cNvSpPr/>
          <p:nvPr/>
        </p:nvSpPr>
        <p:spPr>
          <a:xfrm>
            <a:off x="449600" y="3030475"/>
            <a:ext cx="566400" cy="566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11" name="Google Shape;311;p46"/>
          <p:cNvSpPr/>
          <p:nvPr/>
        </p:nvSpPr>
        <p:spPr>
          <a:xfrm>
            <a:off x="1115250" y="3030475"/>
            <a:ext cx="566400" cy="566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12" name="Google Shape;312;p46"/>
          <p:cNvSpPr/>
          <p:nvPr/>
        </p:nvSpPr>
        <p:spPr>
          <a:xfrm>
            <a:off x="449550" y="3683950"/>
            <a:ext cx="566400" cy="554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13" name="Google Shape;313;p46"/>
          <p:cNvSpPr/>
          <p:nvPr/>
        </p:nvSpPr>
        <p:spPr>
          <a:xfrm>
            <a:off x="1115250" y="3683950"/>
            <a:ext cx="566400" cy="554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14" name="Google Shape;314;p46"/>
          <p:cNvSpPr/>
          <p:nvPr/>
        </p:nvSpPr>
        <p:spPr>
          <a:xfrm>
            <a:off x="2172113" y="3030475"/>
            <a:ext cx="566400" cy="5664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15" name="Google Shape;315;p46"/>
          <p:cNvSpPr/>
          <p:nvPr/>
        </p:nvSpPr>
        <p:spPr>
          <a:xfrm>
            <a:off x="2837763" y="3030475"/>
            <a:ext cx="566400" cy="566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16" name="Google Shape;316;p46"/>
          <p:cNvSpPr/>
          <p:nvPr/>
        </p:nvSpPr>
        <p:spPr>
          <a:xfrm>
            <a:off x="2172063" y="3683950"/>
            <a:ext cx="566400" cy="554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17" name="Google Shape;317;p46"/>
          <p:cNvSpPr/>
          <p:nvPr/>
        </p:nvSpPr>
        <p:spPr>
          <a:xfrm>
            <a:off x="2837763" y="3683950"/>
            <a:ext cx="566400" cy="554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18" name="Google Shape;318;p46"/>
          <p:cNvSpPr/>
          <p:nvPr/>
        </p:nvSpPr>
        <p:spPr>
          <a:xfrm>
            <a:off x="3955963" y="3030475"/>
            <a:ext cx="566400" cy="5664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19" name="Google Shape;319;p46"/>
          <p:cNvSpPr/>
          <p:nvPr/>
        </p:nvSpPr>
        <p:spPr>
          <a:xfrm>
            <a:off x="4621613" y="3030475"/>
            <a:ext cx="566400" cy="566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20" name="Google Shape;320;p46"/>
          <p:cNvSpPr/>
          <p:nvPr/>
        </p:nvSpPr>
        <p:spPr>
          <a:xfrm>
            <a:off x="3955913" y="3683950"/>
            <a:ext cx="566400" cy="554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21" name="Google Shape;321;p46"/>
          <p:cNvSpPr/>
          <p:nvPr/>
        </p:nvSpPr>
        <p:spPr>
          <a:xfrm>
            <a:off x="4621613" y="3683950"/>
            <a:ext cx="566400" cy="554100"/>
          </a:xfrm>
          <a:prstGeom prst="rect">
            <a:avLst/>
          </a:prstGeom>
          <a:solidFill>
            <a:schemeClr val="accent3"/>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22" name="Google Shape;322;p46"/>
          <p:cNvSpPr/>
          <p:nvPr/>
        </p:nvSpPr>
        <p:spPr>
          <a:xfrm>
            <a:off x="5739875" y="3030475"/>
            <a:ext cx="566400" cy="5664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23" name="Google Shape;323;p46"/>
          <p:cNvSpPr/>
          <p:nvPr/>
        </p:nvSpPr>
        <p:spPr>
          <a:xfrm>
            <a:off x="6405525" y="3030475"/>
            <a:ext cx="566400" cy="5664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24" name="Google Shape;324;p46"/>
          <p:cNvSpPr/>
          <p:nvPr/>
        </p:nvSpPr>
        <p:spPr>
          <a:xfrm>
            <a:off x="5739825" y="3683950"/>
            <a:ext cx="566400" cy="554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25" name="Google Shape;325;p46"/>
          <p:cNvSpPr/>
          <p:nvPr/>
        </p:nvSpPr>
        <p:spPr>
          <a:xfrm>
            <a:off x="6405525" y="3683950"/>
            <a:ext cx="566400" cy="554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26" name="Google Shape;326;p46"/>
          <p:cNvSpPr/>
          <p:nvPr/>
        </p:nvSpPr>
        <p:spPr>
          <a:xfrm>
            <a:off x="7462400" y="3030475"/>
            <a:ext cx="566400" cy="5664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27" name="Google Shape;327;p46"/>
          <p:cNvSpPr/>
          <p:nvPr/>
        </p:nvSpPr>
        <p:spPr>
          <a:xfrm>
            <a:off x="8128050" y="3030475"/>
            <a:ext cx="566400" cy="5664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28" name="Google Shape;328;p46"/>
          <p:cNvSpPr/>
          <p:nvPr/>
        </p:nvSpPr>
        <p:spPr>
          <a:xfrm>
            <a:off x="7462350" y="3683950"/>
            <a:ext cx="566400" cy="554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300">
                <a:latin typeface="Inter"/>
                <a:ea typeface="Inter"/>
                <a:cs typeface="Inter"/>
                <a:sym typeface="Inter"/>
              </a:rPr>
              <a:t>X</a:t>
            </a:r>
            <a:endParaRPr b="1" sz="2300">
              <a:latin typeface="Inter"/>
              <a:ea typeface="Inter"/>
              <a:cs typeface="Inter"/>
              <a:sym typeface="Inter"/>
            </a:endParaRPr>
          </a:p>
        </p:txBody>
      </p:sp>
      <p:sp>
        <p:nvSpPr>
          <p:cNvPr id="329" name="Google Shape;329;p46"/>
          <p:cNvSpPr/>
          <p:nvPr/>
        </p:nvSpPr>
        <p:spPr>
          <a:xfrm>
            <a:off x="8128050" y="3683950"/>
            <a:ext cx="566400" cy="554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30" name="Google Shape;330;p46"/>
          <p:cNvSpPr txBox="1"/>
          <p:nvPr/>
        </p:nvSpPr>
        <p:spPr>
          <a:xfrm>
            <a:off x="3015300" y="4459800"/>
            <a:ext cx="3693600" cy="45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lt1"/>
                </a:solidFill>
                <a:latin typeface="Plus Jakarta Sans"/>
                <a:ea typeface="Plus Jakarta Sans"/>
                <a:cs typeface="Plus Jakarta Sans"/>
                <a:sym typeface="Plus Jakarta Sans"/>
              </a:rPr>
              <a:t>First Player (Red Stickers) Wins!</a:t>
            </a:r>
            <a:endParaRPr sz="1600">
              <a:solidFill>
                <a:schemeClr val="lt1"/>
              </a:solidFill>
              <a:latin typeface="Plus Jakarta Sans"/>
              <a:ea typeface="Plus Jakarta Sans"/>
              <a:cs typeface="Plus Jakarta Sans"/>
              <a:sym typeface="Plus Jakarta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47"/>
          <p:cNvSpPr txBox="1"/>
          <p:nvPr>
            <p:ph type="title"/>
          </p:nvPr>
        </p:nvSpPr>
        <p:spPr>
          <a:xfrm>
            <a:off x="228600" y="228600"/>
            <a:ext cx="6480300" cy="554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How to Play Stickerbook</a:t>
            </a:r>
            <a:endParaRPr/>
          </a:p>
        </p:txBody>
      </p:sp>
      <p:grpSp>
        <p:nvGrpSpPr>
          <p:cNvPr id="336" name="Google Shape;336;p47"/>
          <p:cNvGrpSpPr/>
          <p:nvPr/>
        </p:nvGrpSpPr>
        <p:grpSpPr>
          <a:xfrm>
            <a:off x="8349009" y="4345925"/>
            <a:ext cx="566400" cy="566400"/>
            <a:chOff x="8349009" y="4345925"/>
            <a:chExt cx="566400" cy="566400"/>
          </a:xfrm>
        </p:grpSpPr>
        <p:sp>
          <p:nvSpPr>
            <p:cNvPr id="337" name="Google Shape;337;p47"/>
            <p:cNvSpPr/>
            <p:nvPr/>
          </p:nvSpPr>
          <p:spPr>
            <a:xfrm>
              <a:off x="8349009" y="4345925"/>
              <a:ext cx="566400" cy="566400"/>
            </a:xfrm>
            <a:prstGeom prst="roundRect">
              <a:avLst>
                <a:gd fmla="val 22469"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sp>
          <p:nvSpPr>
            <p:cNvPr id="338" name="Google Shape;338;p47"/>
            <p:cNvSpPr/>
            <p:nvPr/>
          </p:nvSpPr>
          <p:spPr>
            <a:xfrm>
              <a:off x="8498250" y="4495332"/>
              <a:ext cx="267900" cy="267600"/>
            </a:xfrm>
            <a:prstGeom prst="pie">
              <a:avLst>
                <a:gd fmla="val 0" name="adj1"/>
                <a:gd fmla="val 1620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lus Jakarta Sans"/>
                <a:ea typeface="Plus Jakarta Sans"/>
                <a:cs typeface="Plus Jakarta Sans"/>
                <a:sym typeface="Plus Jakarta Sans"/>
              </a:endParaRPr>
            </a:p>
          </p:txBody>
        </p:sp>
      </p:grpSp>
      <p:sp>
        <p:nvSpPr>
          <p:cNvPr id="339" name="Google Shape;339;p47"/>
          <p:cNvSpPr/>
          <p:nvPr/>
        </p:nvSpPr>
        <p:spPr>
          <a:xfrm>
            <a:off x="449600" y="3030475"/>
            <a:ext cx="566400" cy="5664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40" name="Google Shape;340;p47"/>
          <p:cNvSpPr/>
          <p:nvPr/>
        </p:nvSpPr>
        <p:spPr>
          <a:xfrm>
            <a:off x="1115250" y="3030475"/>
            <a:ext cx="566400" cy="566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41" name="Google Shape;341;p47"/>
          <p:cNvSpPr/>
          <p:nvPr/>
        </p:nvSpPr>
        <p:spPr>
          <a:xfrm>
            <a:off x="449550" y="3683950"/>
            <a:ext cx="566400" cy="5541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42" name="Google Shape;342;p47"/>
          <p:cNvSpPr/>
          <p:nvPr/>
        </p:nvSpPr>
        <p:spPr>
          <a:xfrm>
            <a:off x="1115250" y="3683950"/>
            <a:ext cx="566400" cy="5541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43" name="Google Shape;343;p47"/>
          <p:cNvSpPr/>
          <p:nvPr/>
        </p:nvSpPr>
        <p:spPr>
          <a:xfrm>
            <a:off x="2446638" y="2377000"/>
            <a:ext cx="566400" cy="5664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44" name="Google Shape;344;p47"/>
          <p:cNvSpPr/>
          <p:nvPr/>
        </p:nvSpPr>
        <p:spPr>
          <a:xfrm>
            <a:off x="1780938" y="3683950"/>
            <a:ext cx="566400" cy="554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45" name="Google Shape;345;p47"/>
          <p:cNvSpPr/>
          <p:nvPr/>
        </p:nvSpPr>
        <p:spPr>
          <a:xfrm>
            <a:off x="2446538" y="3036625"/>
            <a:ext cx="566400" cy="5541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46" name="Google Shape;346;p47"/>
          <p:cNvSpPr/>
          <p:nvPr/>
        </p:nvSpPr>
        <p:spPr>
          <a:xfrm>
            <a:off x="5816300" y="3024350"/>
            <a:ext cx="566400" cy="566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Inter"/>
              <a:ea typeface="Inter"/>
              <a:cs typeface="Inter"/>
              <a:sym typeface="Inter"/>
            </a:endParaRPr>
          </a:p>
        </p:txBody>
      </p:sp>
      <p:sp>
        <p:nvSpPr>
          <p:cNvPr id="347" name="Google Shape;347;p47"/>
          <p:cNvSpPr/>
          <p:nvPr/>
        </p:nvSpPr>
        <p:spPr>
          <a:xfrm>
            <a:off x="5125500" y="3030500"/>
            <a:ext cx="566400" cy="554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48" name="Google Shape;348;p47"/>
          <p:cNvSpPr/>
          <p:nvPr/>
        </p:nvSpPr>
        <p:spPr>
          <a:xfrm>
            <a:off x="5816200" y="2389950"/>
            <a:ext cx="566400" cy="5664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49" name="Google Shape;349;p47"/>
          <p:cNvSpPr/>
          <p:nvPr/>
        </p:nvSpPr>
        <p:spPr>
          <a:xfrm>
            <a:off x="6507100" y="2389950"/>
            <a:ext cx="566400" cy="5664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50" name="Google Shape;350;p47"/>
          <p:cNvSpPr/>
          <p:nvPr/>
        </p:nvSpPr>
        <p:spPr>
          <a:xfrm>
            <a:off x="5125450" y="2396100"/>
            <a:ext cx="566400" cy="554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51" name="Google Shape;351;p47"/>
          <p:cNvSpPr/>
          <p:nvPr/>
        </p:nvSpPr>
        <p:spPr>
          <a:xfrm>
            <a:off x="6507100" y="3036625"/>
            <a:ext cx="566400" cy="554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52" name="Google Shape;352;p47"/>
          <p:cNvSpPr/>
          <p:nvPr/>
        </p:nvSpPr>
        <p:spPr>
          <a:xfrm>
            <a:off x="449550" y="2377000"/>
            <a:ext cx="566400" cy="566400"/>
          </a:xfrm>
          <a:prstGeom prst="rect">
            <a:avLst/>
          </a:pr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53" name="Google Shape;353;p47"/>
          <p:cNvSpPr/>
          <p:nvPr/>
        </p:nvSpPr>
        <p:spPr>
          <a:xfrm>
            <a:off x="1115250" y="2377000"/>
            <a:ext cx="566400" cy="566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54" name="Google Shape;354;p47"/>
          <p:cNvSpPr/>
          <p:nvPr/>
        </p:nvSpPr>
        <p:spPr>
          <a:xfrm>
            <a:off x="1780950" y="2377000"/>
            <a:ext cx="566400" cy="566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55" name="Google Shape;355;p47"/>
          <p:cNvSpPr/>
          <p:nvPr/>
        </p:nvSpPr>
        <p:spPr>
          <a:xfrm>
            <a:off x="1780900" y="3030475"/>
            <a:ext cx="566400" cy="566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56" name="Google Shape;356;p47"/>
          <p:cNvSpPr/>
          <p:nvPr/>
        </p:nvSpPr>
        <p:spPr>
          <a:xfrm>
            <a:off x="2446650" y="3683950"/>
            <a:ext cx="566400" cy="566400"/>
          </a:xfrm>
          <a:prstGeom prst="rect">
            <a:avLst/>
          </a:pr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57" name="Google Shape;357;p47"/>
          <p:cNvSpPr/>
          <p:nvPr/>
        </p:nvSpPr>
        <p:spPr>
          <a:xfrm>
            <a:off x="449600" y="1749400"/>
            <a:ext cx="566400" cy="5664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58" name="Google Shape;358;p47"/>
          <p:cNvSpPr/>
          <p:nvPr/>
        </p:nvSpPr>
        <p:spPr>
          <a:xfrm>
            <a:off x="1115250" y="1749400"/>
            <a:ext cx="566400" cy="566400"/>
          </a:xfrm>
          <a:prstGeom prst="rect">
            <a:avLst/>
          </a:pr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59" name="Google Shape;359;p47"/>
          <p:cNvSpPr/>
          <p:nvPr/>
        </p:nvSpPr>
        <p:spPr>
          <a:xfrm>
            <a:off x="1780900" y="1749400"/>
            <a:ext cx="566400" cy="5664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60" name="Google Shape;360;p47"/>
          <p:cNvSpPr/>
          <p:nvPr/>
        </p:nvSpPr>
        <p:spPr>
          <a:xfrm>
            <a:off x="2446550" y="1749400"/>
            <a:ext cx="566400" cy="5664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61" name="Google Shape;361;p47"/>
          <p:cNvSpPr/>
          <p:nvPr/>
        </p:nvSpPr>
        <p:spPr>
          <a:xfrm>
            <a:off x="7197900" y="3030475"/>
            <a:ext cx="566400" cy="5664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62" name="Google Shape;362;p47"/>
          <p:cNvSpPr/>
          <p:nvPr/>
        </p:nvSpPr>
        <p:spPr>
          <a:xfrm>
            <a:off x="7888700" y="3030475"/>
            <a:ext cx="566400" cy="5664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pic>
        <p:nvPicPr>
          <p:cNvPr descr="a green check mark icon with a long shadow on a white background (Provided by Tenor)" id="363" name="Google Shape;363;p47"/>
          <p:cNvPicPr preferRelativeResize="0"/>
          <p:nvPr/>
        </p:nvPicPr>
        <p:blipFill>
          <a:blip r:embed="rId3">
            <a:alphaModFix/>
          </a:blip>
          <a:stretch>
            <a:fillRect/>
          </a:stretch>
        </p:blipFill>
        <p:spPr>
          <a:xfrm>
            <a:off x="1015950" y="510425"/>
            <a:ext cx="1511250" cy="1511250"/>
          </a:xfrm>
          <a:prstGeom prst="rect">
            <a:avLst/>
          </a:prstGeom>
          <a:noFill/>
          <a:ln>
            <a:noFill/>
          </a:ln>
        </p:spPr>
      </p:pic>
      <p:pic>
        <p:nvPicPr>
          <p:cNvPr descr="a red cross on a white background that says x (Provided by Tenor)" id="364" name="Google Shape;364;p47"/>
          <p:cNvPicPr preferRelativeResize="0"/>
          <p:nvPr/>
        </p:nvPicPr>
        <p:blipFill>
          <a:blip r:embed="rId4">
            <a:alphaModFix/>
          </a:blip>
          <a:stretch>
            <a:fillRect/>
          </a:stretch>
        </p:blipFill>
        <p:spPr>
          <a:xfrm>
            <a:off x="6413038" y="1474088"/>
            <a:ext cx="754525" cy="754525"/>
          </a:xfrm>
          <a:prstGeom prst="rect">
            <a:avLst/>
          </a:prstGeom>
          <a:noFill/>
          <a:ln>
            <a:noFill/>
          </a:ln>
        </p:spPr>
      </p:pic>
      <p:sp>
        <p:nvSpPr>
          <p:cNvPr id="365" name="Google Shape;365;p47"/>
          <p:cNvSpPr/>
          <p:nvPr/>
        </p:nvSpPr>
        <p:spPr>
          <a:xfrm>
            <a:off x="1780950" y="2389938"/>
            <a:ext cx="566400" cy="5664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latin typeface="Inter"/>
                <a:ea typeface="Inter"/>
                <a:cs typeface="Inter"/>
                <a:sym typeface="Inter"/>
              </a:rPr>
              <a:t>X</a:t>
            </a:r>
            <a:endParaRPr b="1" sz="1600">
              <a:latin typeface="Inter"/>
              <a:ea typeface="Inter"/>
              <a:cs typeface="Inter"/>
              <a:sym typeface="Inter"/>
            </a:endParaRPr>
          </a:p>
        </p:txBody>
      </p:sp>
      <p:sp>
        <p:nvSpPr>
          <p:cNvPr id="366" name="Google Shape;366;p47"/>
          <p:cNvSpPr txBox="1"/>
          <p:nvPr/>
        </p:nvSpPr>
        <p:spPr>
          <a:xfrm>
            <a:off x="6032950" y="3878975"/>
            <a:ext cx="1662000" cy="35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Inter"/>
                <a:ea typeface="Inter"/>
                <a:cs typeface="Inter"/>
                <a:sym typeface="Inter"/>
              </a:rPr>
              <a:t>Not an mxn board!</a:t>
            </a:r>
            <a:endParaRPr sz="1100">
              <a:solidFill>
                <a:schemeClr val="lt1"/>
              </a:solidFill>
              <a:latin typeface="Inter"/>
              <a:ea typeface="Inter"/>
              <a:cs typeface="Inter"/>
              <a:sym typeface="Inter"/>
            </a:endParaRPr>
          </a:p>
        </p:txBody>
      </p:sp>
      <p:sp>
        <p:nvSpPr>
          <p:cNvPr id="367" name="Google Shape;367;p47"/>
          <p:cNvSpPr txBox="1"/>
          <p:nvPr/>
        </p:nvSpPr>
        <p:spPr>
          <a:xfrm>
            <a:off x="382200" y="4343575"/>
            <a:ext cx="2886300" cy="35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Inter"/>
                <a:ea typeface="Inter"/>
                <a:cs typeface="Inter"/>
                <a:sym typeface="Inter"/>
              </a:rPr>
              <a:t>Second Player (Yellow Stickers) Wins!</a:t>
            </a:r>
            <a:endParaRPr sz="1100">
              <a:solidFill>
                <a:schemeClr val="lt1"/>
              </a:solidFill>
              <a:latin typeface="Inter"/>
              <a:ea typeface="Inter"/>
              <a:cs typeface="Inter"/>
              <a:sym typeface="Int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48"/>
          <p:cNvSpPr/>
          <p:nvPr/>
        </p:nvSpPr>
        <p:spPr>
          <a:xfrm>
            <a:off x="5950300" y="1146075"/>
            <a:ext cx="2566800" cy="4005000"/>
          </a:xfrm>
          <a:prstGeom prst="round2SameRect">
            <a:avLst>
              <a:gd fmla="val 12424"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373" name="Google Shape;373;p48"/>
          <p:cNvSpPr/>
          <p:nvPr/>
        </p:nvSpPr>
        <p:spPr>
          <a:xfrm>
            <a:off x="2907825" y="1146075"/>
            <a:ext cx="2614800" cy="4005000"/>
          </a:xfrm>
          <a:prstGeom prst="round2SameRect">
            <a:avLst>
              <a:gd fmla="val 12424" name="adj1"/>
              <a:gd fmla="val 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374" name="Google Shape;374;p48"/>
          <p:cNvSpPr txBox="1"/>
          <p:nvPr>
            <p:ph idx="1" type="subTitle"/>
          </p:nvPr>
        </p:nvSpPr>
        <p:spPr>
          <a:xfrm>
            <a:off x="3356775" y="3226125"/>
            <a:ext cx="1716900" cy="1812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2x2 Game Board</a:t>
            </a:r>
            <a:endParaRPr/>
          </a:p>
        </p:txBody>
      </p:sp>
      <p:sp>
        <p:nvSpPr>
          <p:cNvPr id="375" name="Google Shape;375;p48"/>
          <p:cNvSpPr txBox="1"/>
          <p:nvPr>
            <p:ph idx="7" type="body"/>
          </p:nvPr>
        </p:nvSpPr>
        <p:spPr>
          <a:xfrm>
            <a:off x="3356775" y="3689625"/>
            <a:ext cx="1716900" cy="323100"/>
          </a:xfrm>
          <a:prstGeom prst="rect">
            <a:avLst/>
          </a:prstGeom>
        </p:spPr>
        <p:txBody>
          <a:bodyPr anchorCtr="0" anchor="t" bIns="0" lIns="0" spcFirstLastPara="1" rIns="0" wrap="square" tIns="0">
            <a:spAutoFit/>
          </a:bodyPr>
          <a:lstStyle/>
          <a:p>
            <a:pPr indent="0" lvl="0" marL="0" rtl="0" algn="ctr">
              <a:spcBef>
                <a:spcPts val="0"/>
              </a:spcBef>
              <a:spcAft>
                <a:spcPts val="800"/>
              </a:spcAft>
              <a:buNone/>
            </a:pPr>
            <a:r>
              <a:rPr lang="en" sz="2100"/>
              <a:t>Type N</a:t>
            </a:r>
            <a:endParaRPr sz="2100"/>
          </a:p>
        </p:txBody>
      </p:sp>
      <p:sp>
        <p:nvSpPr>
          <p:cNvPr id="376" name="Google Shape;376;p48"/>
          <p:cNvSpPr txBox="1"/>
          <p:nvPr>
            <p:ph idx="8" type="subTitle"/>
          </p:nvPr>
        </p:nvSpPr>
        <p:spPr>
          <a:xfrm>
            <a:off x="6375250" y="2967850"/>
            <a:ext cx="1716900" cy="1812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2x3 Game Board</a:t>
            </a:r>
            <a:endParaRPr/>
          </a:p>
        </p:txBody>
      </p:sp>
      <p:sp>
        <p:nvSpPr>
          <p:cNvPr id="377" name="Google Shape;377;p48"/>
          <p:cNvSpPr txBox="1"/>
          <p:nvPr>
            <p:ph idx="13" type="body"/>
          </p:nvPr>
        </p:nvSpPr>
        <p:spPr>
          <a:xfrm>
            <a:off x="6375250" y="3689625"/>
            <a:ext cx="1716900" cy="323100"/>
          </a:xfrm>
          <a:prstGeom prst="rect">
            <a:avLst/>
          </a:prstGeom>
        </p:spPr>
        <p:txBody>
          <a:bodyPr anchorCtr="0" anchor="t" bIns="0" lIns="0" spcFirstLastPara="1" rIns="0" wrap="square" tIns="0">
            <a:spAutoFit/>
          </a:bodyPr>
          <a:lstStyle/>
          <a:p>
            <a:pPr indent="0" lvl="0" marL="0" rtl="0" algn="ctr">
              <a:spcBef>
                <a:spcPts val="0"/>
              </a:spcBef>
              <a:spcAft>
                <a:spcPts val="800"/>
              </a:spcAft>
              <a:buNone/>
            </a:pPr>
            <a:r>
              <a:rPr lang="en" sz="2100"/>
              <a:t>Type N</a:t>
            </a:r>
            <a:endParaRPr sz="2100"/>
          </a:p>
        </p:txBody>
      </p:sp>
      <p:sp>
        <p:nvSpPr>
          <p:cNvPr id="378" name="Google Shape;378;p48"/>
          <p:cNvSpPr txBox="1"/>
          <p:nvPr>
            <p:ph idx="4294967295" type="title"/>
          </p:nvPr>
        </p:nvSpPr>
        <p:spPr>
          <a:xfrm>
            <a:off x="218525" y="228600"/>
            <a:ext cx="6480300" cy="55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600">
                <a:solidFill>
                  <a:schemeClr val="accent3"/>
                </a:solidFill>
              </a:rPr>
              <a:t>How to Win Stickerbook</a:t>
            </a:r>
            <a:endParaRPr sz="3600">
              <a:solidFill>
                <a:schemeClr val="accent3"/>
              </a:solidFill>
            </a:endParaRPr>
          </a:p>
        </p:txBody>
      </p:sp>
      <p:sp>
        <p:nvSpPr>
          <p:cNvPr id="379" name="Google Shape;379;p48"/>
          <p:cNvSpPr/>
          <p:nvPr/>
        </p:nvSpPr>
        <p:spPr>
          <a:xfrm>
            <a:off x="3450200" y="1623425"/>
            <a:ext cx="732000" cy="684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80" name="Google Shape;380;p48"/>
          <p:cNvSpPr/>
          <p:nvPr/>
        </p:nvSpPr>
        <p:spPr>
          <a:xfrm>
            <a:off x="6228550" y="1643288"/>
            <a:ext cx="565500" cy="554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81" name="Google Shape;381;p48"/>
          <p:cNvSpPr/>
          <p:nvPr/>
        </p:nvSpPr>
        <p:spPr>
          <a:xfrm>
            <a:off x="6950950" y="1623425"/>
            <a:ext cx="565500" cy="554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82" name="Google Shape;382;p48"/>
          <p:cNvSpPr/>
          <p:nvPr/>
        </p:nvSpPr>
        <p:spPr>
          <a:xfrm>
            <a:off x="7673350" y="1623425"/>
            <a:ext cx="565500" cy="554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83" name="Google Shape;383;p48"/>
          <p:cNvSpPr/>
          <p:nvPr/>
        </p:nvSpPr>
        <p:spPr>
          <a:xfrm>
            <a:off x="6228550" y="2294700"/>
            <a:ext cx="565500" cy="554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84" name="Google Shape;384;p48"/>
          <p:cNvSpPr/>
          <p:nvPr/>
        </p:nvSpPr>
        <p:spPr>
          <a:xfrm>
            <a:off x="6950950" y="2294700"/>
            <a:ext cx="565500" cy="554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85" name="Google Shape;385;p48"/>
          <p:cNvSpPr/>
          <p:nvPr/>
        </p:nvSpPr>
        <p:spPr>
          <a:xfrm>
            <a:off x="7673350" y="2294700"/>
            <a:ext cx="565500" cy="554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86" name="Google Shape;386;p48"/>
          <p:cNvSpPr/>
          <p:nvPr/>
        </p:nvSpPr>
        <p:spPr>
          <a:xfrm>
            <a:off x="4310325" y="1623425"/>
            <a:ext cx="732000" cy="684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87" name="Google Shape;387;p48"/>
          <p:cNvSpPr/>
          <p:nvPr/>
        </p:nvSpPr>
        <p:spPr>
          <a:xfrm>
            <a:off x="3450200" y="2386238"/>
            <a:ext cx="732000" cy="684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88" name="Google Shape;388;p48"/>
          <p:cNvSpPr/>
          <p:nvPr/>
        </p:nvSpPr>
        <p:spPr>
          <a:xfrm>
            <a:off x="4310325" y="2386250"/>
            <a:ext cx="732000" cy="684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pic>
        <p:nvPicPr>
          <p:cNvPr id="389" name="Google Shape;389;p48" title="goodnotes-screenshot-1772099353701.png"/>
          <p:cNvPicPr preferRelativeResize="0"/>
          <p:nvPr/>
        </p:nvPicPr>
        <p:blipFill rotWithShape="1">
          <a:blip r:embed="rId3">
            <a:alphaModFix/>
          </a:blip>
          <a:srcRect b="0" l="0" r="15704" t="0"/>
          <a:stretch/>
        </p:blipFill>
        <p:spPr>
          <a:xfrm>
            <a:off x="162550" y="1902738"/>
            <a:ext cx="2614800" cy="2311413"/>
          </a:xfrm>
          <a:prstGeom prst="rect">
            <a:avLst/>
          </a:prstGeom>
          <a:noFill/>
          <a:ln>
            <a:noFill/>
          </a:ln>
        </p:spPr>
      </p:pic>
      <p:sp>
        <p:nvSpPr>
          <p:cNvPr id="390" name="Google Shape;390;p48"/>
          <p:cNvSpPr/>
          <p:nvPr/>
        </p:nvSpPr>
        <p:spPr>
          <a:xfrm>
            <a:off x="6228550" y="1643288"/>
            <a:ext cx="565500" cy="554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49"/>
          <p:cNvSpPr/>
          <p:nvPr/>
        </p:nvSpPr>
        <p:spPr>
          <a:xfrm>
            <a:off x="6214575" y="1138625"/>
            <a:ext cx="2745000" cy="4005000"/>
          </a:xfrm>
          <a:prstGeom prst="round2SameRect">
            <a:avLst>
              <a:gd fmla="val 12424" name="adj1"/>
              <a:gd fmla="val 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396" name="Google Shape;396;p49"/>
          <p:cNvSpPr/>
          <p:nvPr/>
        </p:nvSpPr>
        <p:spPr>
          <a:xfrm>
            <a:off x="2948000" y="1138625"/>
            <a:ext cx="3144600" cy="4005000"/>
          </a:xfrm>
          <a:prstGeom prst="round2SameRect">
            <a:avLst>
              <a:gd fmla="val 12424"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397" name="Google Shape;397;p49"/>
          <p:cNvSpPr/>
          <p:nvPr/>
        </p:nvSpPr>
        <p:spPr>
          <a:xfrm>
            <a:off x="228600" y="1138625"/>
            <a:ext cx="2556900" cy="4005000"/>
          </a:xfrm>
          <a:prstGeom prst="round2SameRect">
            <a:avLst>
              <a:gd fmla="val 12424" name="adj1"/>
              <a:gd fmla="val 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398" name="Google Shape;398;p49"/>
          <p:cNvSpPr txBox="1"/>
          <p:nvPr>
            <p:ph idx="7" type="body"/>
          </p:nvPr>
        </p:nvSpPr>
        <p:spPr>
          <a:xfrm>
            <a:off x="517350" y="3990625"/>
            <a:ext cx="1921800" cy="323100"/>
          </a:xfrm>
          <a:prstGeom prst="rect">
            <a:avLst/>
          </a:prstGeom>
        </p:spPr>
        <p:txBody>
          <a:bodyPr anchorCtr="0" anchor="t" bIns="0" lIns="0" spcFirstLastPara="1" rIns="0" wrap="square" tIns="0">
            <a:spAutoFit/>
          </a:bodyPr>
          <a:lstStyle/>
          <a:p>
            <a:pPr indent="0" lvl="0" marL="0" rtl="0" algn="ctr">
              <a:spcBef>
                <a:spcPts val="0"/>
              </a:spcBef>
              <a:spcAft>
                <a:spcPts val="800"/>
              </a:spcAft>
              <a:buNone/>
            </a:pPr>
            <a:r>
              <a:rPr lang="en" sz="2100"/>
              <a:t>Type N</a:t>
            </a:r>
            <a:endParaRPr sz="2200"/>
          </a:p>
        </p:txBody>
      </p:sp>
      <p:sp>
        <p:nvSpPr>
          <p:cNvPr id="399" name="Google Shape;399;p49"/>
          <p:cNvSpPr txBox="1"/>
          <p:nvPr>
            <p:ph idx="8" type="subTitle"/>
          </p:nvPr>
        </p:nvSpPr>
        <p:spPr>
          <a:xfrm>
            <a:off x="3641588" y="3900488"/>
            <a:ext cx="1716900" cy="1812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4x5 Game Board</a:t>
            </a:r>
            <a:endParaRPr/>
          </a:p>
        </p:txBody>
      </p:sp>
      <p:sp>
        <p:nvSpPr>
          <p:cNvPr id="400" name="Google Shape;400;p49"/>
          <p:cNvSpPr txBox="1"/>
          <p:nvPr>
            <p:ph idx="13" type="body"/>
          </p:nvPr>
        </p:nvSpPr>
        <p:spPr>
          <a:xfrm>
            <a:off x="3594663" y="4206050"/>
            <a:ext cx="1716900" cy="323100"/>
          </a:xfrm>
          <a:prstGeom prst="rect">
            <a:avLst/>
          </a:prstGeom>
        </p:spPr>
        <p:txBody>
          <a:bodyPr anchorCtr="0" anchor="t" bIns="0" lIns="0" spcFirstLastPara="1" rIns="0" wrap="square" tIns="0">
            <a:spAutoFit/>
          </a:bodyPr>
          <a:lstStyle/>
          <a:p>
            <a:pPr indent="0" lvl="0" marL="0" rtl="0" algn="ctr">
              <a:spcBef>
                <a:spcPts val="0"/>
              </a:spcBef>
              <a:spcAft>
                <a:spcPts val="800"/>
              </a:spcAft>
              <a:buNone/>
            </a:pPr>
            <a:r>
              <a:rPr lang="en" sz="2100"/>
              <a:t>Type P</a:t>
            </a:r>
            <a:endParaRPr sz="2100"/>
          </a:p>
        </p:txBody>
      </p:sp>
      <p:sp>
        <p:nvSpPr>
          <p:cNvPr id="401" name="Google Shape;401;p49"/>
          <p:cNvSpPr txBox="1"/>
          <p:nvPr>
            <p:ph idx="14" type="subTitle"/>
          </p:nvPr>
        </p:nvSpPr>
        <p:spPr>
          <a:xfrm>
            <a:off x="6728625" y="3935013"/>
            <a:ext cx="1716900" cy="1812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4x4 Game Board</a:t>
            </a:r>
            <a:endParaRPr/>
          </a:p>
        </p:txBody>
      </p:sp>
      <p:sp>
        <p:nvSpPr>
          <p:cNvPr id="402" name="Google Shape;402;p49"/>
          <p:cNvSpPr txBox="1"/>
          <p:nvPr>
            <p:ph idx="16" type="body"/>
          </p:nvPr>
        </p:nvSpPr>
        <p:spPr>
          <a:xfrm>
            <a:off x="6728625" y="4223875"/>
            <a:ext cx="1836300" cy="323100"/>
          </a:xfrm>
          <a:prstGeom prst="rect">
            <a:avLst/>
          </a:prstGeom>
        </p:spPr>
        <p:txBody>
          <a:bodyPr anchorCtr="0" anchor="t" bIns="0" lIns="0" spcFirstLastPara="1" rIns="0" wrap="square" tIns="0">
            <a:spAutoFit/>
          </a:bodyPr>
          <a:lstStyle/>
          <a:p>
            <a:pPr indent="0" lvl="0" marL="0" rtl="0" algn="ctr">
              <a:spcBef>
                <a:spcPts val="0"/>
              </a:spcBef>
              <a:spcAft>
                <a:spcPts val="800"/>
              </a:spcAft>
              <a:buNone/>
            </a:pPr>
            <a:r>
              <a:rPr lang="en" sz="2100"/>
              <a:t>Type P</a:t>
            </a:r>
            <a:endParaRPr sz="2100"/>
          </a:p>
        </p:txBody>
      </p:sp>
      <p:sp>
        <p:nvSpPr>
          <p:cNvPr id="403" name="Google Shape;403;p49"/>
          <p:cNvSpPr txBox="1"/>
          <p:nvPr>
            <p:ph idx="4294967295" type="title"/>
          </p:nvPr>
        </p:nvSpPr>
        <p:spPr>
          <a:xfrm>
            <a:off x="218525" y="228600"/>
            <a:ext cx="6480300" cy="55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600">
                <a:solidFill>
                  <a:schemeClr val="accent3"/>
                </a:solidFill>
              </a:rPr>
              <a:t>How to Win Stickerbook</a:t>
            </a:r>
            <a:endParaRPr sz="3600">
              <a:solidFill>
                <a:schemeClr val="accent3"/>
              </a:solidFill>
            </a:endParaRPr>
          </a:p>
        </p:txBody>
      </p:sp>
      <p:sp>
        <p:nvSpPr>
          <p:cNvPr id="404" name="Google Shape;404;p49"/>
          <p:cNvSpPr/>
          <p:nvPr/>
        </p:nvSpPr>
        <p:spPr>
          <a:xfrm>
            <a:off x="507675" y="1490300"/>
            <a:ext cx="565500" cy="554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05" name="Google Shape;405;p49"/>
          <p:cNvSpPr/>
          <p:nvPr/>
        </p:nvSpPr>
        <p:spPr>
          <a:xfrm>
            <a:off x="1195050" y="1481075"/>
            <a:ext cx="566400" cy="566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06" name="Google Shape;406;p49"/>
          <p:cNvSpPr/>
          <p:nvPr/>
        </p:nvSpPr>
        <p:spPr>
          <a:xfrm>
            <a:off x="1910863" y="1481075"/>
            <a:ext cx="566400" cy="566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07" name="Google Shape;407;p49"/>
          <p:cNvSpPr/>
          <p:nvPr/>
        </p:nvSpPr>
        <p:spPr>
          <a:xfrm>
            <a:off x="507225" y="2115000"/>
            <a:ext cx="566400" cy="566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08" name="Google Shape;408;p49"/>
          <p:cNvSpPr/>
          <p:nvPr/>
        </p:nvSpPr>
        <p:spPr>
          <a:xfrm>
            <a:off x="1195050" y="2113463"/>
            <a:ext cx="566400" cy="566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09" name="Google Shape;409;p49"/>
          <p:cNvSpPr/>
          <p:nvPr/>
        </p:nvSpPr>
        <p:spPr>
          <a:xfrm>
            <a:off x="1910863" y="2129388"/>
            <a:ext cx="566400" cy="566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10" name="Google Shape;410;p49"/>
          <p:cNvSpPr/>
          <p:nvPr/>
        </p:nvSpPr>
        <p:spPr>
          <a:xfrm>
            <a:off x="507225" y="2777725"/>
            <a:ext cx="566400" cy="566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11" name="Google Shape;411;p49"/>
          <p:cNvSpPr/>
          <p:nvPr/>
        </p:nvSpPr>
        <p:spPr>
          <a:xfrm>
            <a:off x="1195050" y="2777725"/>
            <a:ext cx="566400" cy="566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12" name="Google Shape;412;p49"/>
          <p:cNvSpPr/>
          <p:nvPr/>
        </p:nvSpPr>
        <p:spPr>
          <a:xfrm>
            <a:off x="1897625" y="2777725"/>
            <a:ext cx="566400" cy="566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13" name="Google Shape;413;p49"/>
          <p:cNvSpPr/>
          <p:nvPr/>
        </p:nvSpPr>
        <p:spPr>
          <a:xfrm>
            <a:off x="1209050" y="2113463"/>
            <a:ext cx="566400" cy="5664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14" name="Google Shape;414;p49"/>
          <p:cNvSpPr txBox="1"/>
          <p:nvPr>
            <p:ph idx="8" type="subTitle"/>
          </p:nvPr>
        </p:nvSpPr>
        <p:spPr>
          <a:xfrm>
            <a:off x="633800" y="3440450"/>
            <a:ext cx="1716900" cy="3102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3x3 Game Board</a:t>
            </a:r>
            <a:endParaRPr/>
          </a:p>
        </p:txBody>
      </p:sp>
      <p:sp>
        <p:nvSpPr>
          <p:cNvPr id="415" name="Google Shape;415;p49"/>
          <p:cNvSpPr/>
          <p:nvPr/>
        </p:nvSpPr>
        <p:spPr>
          <a:xfrm>
            <a:off x="3080475" y="1535350"/>
            <a:ext cx="517800" cy="509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16" name="Google Shape;416;p49"/>
          <p:cNvSpPr/>
          <p:nvPr/>
        </p:nvSpPr>
        <p:spPr>
          <a:xfrm>
            <a:off x="3687725" y="1535350"/>
            <a:ext cx="517800" cy="509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17" name="Google Shape;417;p49"/>
          <p:cNvSpPr/>
          <p:nvPr/>
        </p:nvSpPr>
        <p:spPr>
          <a:xfrm>
            <a:off x="4287888" y="1535350"/>
            <a:ext cx="517800" cy="509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18" name="Google Shape;418;p49"/>
          <p:cNvSpPr/>
          <p:nvPr/>
        </p:nvSpPr>
        <p:spPr>
          <a:xfrm>
            <a:off x="4871238" y="1535350"/>
            <a:ext cx="517800" cy="509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19" name="Google Shape;419;p49"/>
          <p:cNvSpPr/>
          <p:nvPr/>
        </p:nvSpPr>
        <p:spPr>
          <a:xfrm>
            <a:off x="5451025" y="1535350"/>
            <a:ext cx="517800" cy="509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20" name="Google Shape;420;p49"/>
          <p:cNvSpPr/>
          <p:nvPr/>
        </p:nvSpPr>
        <p:spPr>
          <a:xfrm>
            <a:off x="3080475" y="2112575"/>
            <a:ext cx="517800" cy="509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21" name="Google Shape;421;p49"/>
          <p:cNvSpPr/>
          <p:nvPr/>
        </p:nvSpPr>
        <p:spPr>
          <a:xfrm>
            <a:off x="3080475" y="2689800"/>
            <a:ext cx="517800" cy="509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22" name="Google Shape;422;p49"/>
          <p:cNvSpPr/>
          <p:nvPr/>
        </p:nvSpPr>
        <p:spPr>
          <a:xfrm>
            <a:off x="3080475" y="3267025"/>
            <a:ext cx="517800" cy="509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23" name="Google Shape;423;p49"/>
          <p:cNvSpPr/>
          <p:nvPr/>
        </p:nvSpPr>
        <p:spPr>
          <a:xfrm>
            <a:off x="3687725" y="2112575"/>
            <a:ext cx="517800" cy="509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24" name="Google Shape;424;p49"/>
          <p:cNvSpPr/>
          <p:nvPr/>
        </p:nvSpPr>
        <p:spPr>
          <a:xfrm>
            <a:off x="4294975" y="2112575"/>
            <a:ext cx="517800" cy="509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25" name="Google Shape;425;p49"/>
          <p:cNvSpPr/>
          <p:nvPr/>
        </p:nvSpPr>
        <p:spPr>
          <a:xfrm>
            <a:off x="4871250" y="2112575"/>
            <a:ext cx="517800" cy="509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26" name="Google Shape;426;p49"/>
          <p:cNvSpPr/>
          <p:nvPr/>
        </p:nvSpPr>
        <p:spPr>
          <a:xfrm>
            <a:off x="5447525" y="2112575"/>
            <a:ext cx="517800" cy="509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27" name="Google Shape;427;p49"/>
          <p:cNvSpPr/>
          <p:nvPr/>
        </p:nvSpPr>
        <p:spPr>
          <a:xfrm>
            <a:off x="3687725" y="2689800"/>
            <a:ext cx="517800" cy="509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28" name="Google Shape;428;p49"/>
          <p:cNvSpPr/>
          <p:nvPr/>
        </p:nvSpPr>
        <p:spPr>
          <a:xfrm>
            <a:off x="4294975" y="2689800"/>
            <a:ext cx="517800" cy="509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29" name="Google Shape;429;p49"/>
          <p:cNvSpPr/>
          <p:nvPr/>
        </p:nvSpPr>
        <p:spPr>
          <a:xfrm>
            <a:off x="4871250" y="2689800"/>
            <a:ext cx="517800" cy="509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30" name="Google Shape;430;p49"/>
          <p:cNvSpPr/>
          <p:nvPr/>
        </p:nvSpPr>
        <p:spPr>
          <a:xfrm>
            <a:off x="5447525" y="2689800"/>
            <a:ext cx="517800" cy="509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31" name="Google Shape;431;p49"/>
          <p:cNvSpPr/>
          <p:nvPr/>
        </p:nvSpPr>
        <p:spPr>
          <a:xfrm>
            <a:off x="3687725" y="3267025"/>
            <a:ext cx="517800" cy="509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32" name="Google Shape;432;p49"/>
          <p:cNvSpPr/>
          <p:nvPr/>
        </p:nvSpPr>
        <p:spPr>
          <a:xfrm>
            <a:off x="4294975" y="3267025"/>
            <a:ext cx="517800" cy="509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33" name="Google Shape;433;p49"/>
          <p:cNvSpPr/>
          <p:nvPr/>
        </p:nvSpPr>
        <p:spPr>
          <a:xfrm>
            <a:off x="4871250" y="3267025"/>
            <a:ext cx="517800" cy="509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34" name="Google Shape;434;p49"/>
          <p:cNvSpPr/>
          <p:nvPr/>
        </p:nvSpPr>
        <p:spPr>
          <a:xfrm>
            <a:off x="5447525" y="3267025"/>
            <a:ext cx="517800" cy="509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35" name="Google Shape;435;p49"/>
          <p:cNvSpPr/>
          <p:nvPr/>
        </p:nvSpPr>
        <p:spPr>
          <a:xfrm>
            <a:off x="6467075" y="1512800"/>
            <a:ext cx="517800" cy="509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36" name="Google Shape;436;p49"/>
          <p:cNvSpPr/>
          <p:nvPr/>
        </p:nvSpPr>
        <p:spPr>
          <a:xfrm>
            <a:off x="7066625" y="1509725"/>
            <a:ext cx="517800" cy="509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37" name="Google Shape;437;p49"/>
          <p:cNvSpPr/>
          <p:nvPr/>
        </p:nvSpPr>
        <p:spPr>
          <a:xfrm>
            <a:off x="7666175" y="1509725"/>
            <a:ext cx="517800" cy="509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38" name="Google Shape;438;p49"/>
          <p:cNvSpPr/>
          <p:nvPr/>
        </p:nvSpPr>
        <p:spPr>
          <a:xfrm>
            <a:off x="8265725" y="1509725"/>
            <a:ext cx="517800" cy="509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39" name="Google Shape;439;p49"/>
          <p:cNvSpPr/>
          <p:nvPr/>
        </p:nvSpPr>
        <p:spPr>
          <a:xfrm>
            <a:off x="6467075" y="2112575"/>
            <a:ext cx="517800" cy="509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40" name="Google Shape;440;p49"/>
          <p:cNvSpPr/>
          <p:nvPr/>
        </p:nvSpPr>
        <p:spPr>
          <a:xfrm>
            <a:off x="7066625" y="2112575"/>
            <a:ext cx="517800" cy="509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41" name="Google Shape;441;p49"/>
          <p:cNvSpPr/>
          <p:nvPr/>
        </p:nvSpPr>
        <p:spPr>
          <a:xfrm>
            <a:off x="7666175" y="2112575"/>
            <a:ext cx="517800" cy="509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42" name="Google Shape;442;p49"/>
          <p:cNvSpPr/>
          <p:nvPr/>
        </p:nvSpPr>
        <p:spPr>
          <a:xfrm>
            <a:off x="8265725" y="2112575"/>
            <a:ext cx="517800" cy="509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43" name="Google Shape;443;p49"/>
          <p:cNvSpPr/>
          <p:nvPr/>
        </p:nvSpPr>
        <p:spPr>
          <a:xfrm>
            <a:off x="6467075" y="2712350"/>
            <a:ext cx="517800" cy="509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44" name="Google Shape;444;p49"/>
          <p:cNvSpPr/>
          <p:nvPr/>
        </p:nvSpPr>
        <p:spPr>
          <a:xfrm>
            <a:off x="7066625" y="2715425"/>
            <a:ext cx="517800" cy="509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45" name="Google Shape;445;p49"/>
          <p:cNvSpPr/>
          <p:nvPr/>
        </p:nvSpPr>
        <p:spPr>
          <a:xfrm>
            <a:off x="7666175" y="2715425"/>
            <a:ext cx="517800" cy="509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46" name="Google Shape;446;p49"/>
          <p:cNvSpPr/>
          <p:nvPr/>
        </p:nvSpPr>
        <p:spPr>
          <a:xfrm>
            <a:off x="8265725" y="2715425"/>
            <a:ext cx="517800" cy="509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47" name="Google Shape;447;p49"/>
          <p:cNvSpPr/>
          <p:nvPr/>
        </p:nvSpPr>
        <p:spPr>
          <a:xfrm>
            <a:off x="6467075" y="3312125"/>
            <a:ext cx="517800" cy="509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48" name="Google Shape;448;p49"/>
          <p:cNvSpPr/>
          <p:nvPr/>
        </p:nvSpPr>
        <p:spPr>
          <a:xfrm>
            <a:off x="7066625" y="3318275"/>
            <a:ext cx="517800" cy="509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49" name="Google Shape;449;p49"/>
          <p:cNvSpPr/>
          <p:nvPr/>
        </p:nvSpPr>
        <p:spPr>
          <a:xfrm>
            <a:off x="7666175" y="3318275"/>
            <a:ext cx="517800" cy="509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50" name="Google Shape;450;p49"/>
          <p:cNvSpPr/>
          <p:nvPr/>
        </p:nvSpPr>
        <p:spPr>
          <a:xfrm>
            <a:off x="8265725" y="3318275"/>
            <a:ext cx="517800" cy="509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50"/>
          <p:cNvSpPr/>
          <p:nvPr/>
        </p:nvSpPr>
        <p:spPr>
          <a:xfrm>
            <a:off x="228700" y="2072300"/>
            <a:ext cx="1885200" cy="1932900"/>
          </a:xfrm>
          <a:prstGeom prst="roundRect">
            <a:avLst>
              <a:gd fmla="val 12219"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Plus Jakarta Sans"/>
                <a:ea typeface="Plus Jakarta Sans"/>
                <a:cs typeface="Plus Jakarta Sans"/>
                <a:sym typeface="Plus Jakarta Sans"/>
              </a:rPr>
              <a:t> </a:t>
            </a:r>
            <a:endParaRPr>
              <a:solidFill>
                <a:schemeClr val="dk1"/>
              </a:solidFill>
              <a:latin typeface="Plus Jakarta Sans"/>
              <a:ea typeface="Plus Jakarta Sans"/>
              <a:cs typeface="Plus Jakarta Sans"/>
              <a:sym typeface="Plus Jakarta Sans"/>
            </a:endParaRPr>
          </a:p>
        </p:txBody>
      </p:sp>
      <p:sp>
        <p:nvSpPr>
          <p:cNvPr id="456" name="Google Shape;456;p50"/>
          <p:cNvSpPr/>
          <p:nvPr/>
        </p:nvSpPr>
        <p:spPr>
          <a:xfrm>
            <a:off x="2508950" y="2072300"/>
            <a:ext cx="1885200" cy="1932900"/>
          </a:xfrm>
          <a:prstGeom prst="roundRect">
            <a:avLst>
              <a:gd fmla="val 12219"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Plus Jakarta Sans"/>
                <a:ea typeface="Plus Jakarta Sans"/>
                <a:cs typeface="Plus Jakarta Sans"/>
                <a:sym typeface="Plus Jakarta Sans"/>
              </a:rPr>
              <a:t> </a:t>
            </a:r>
            <a:endParaRPr>
              <a:solidFill>
                <a:schemeClr val="dk1"/>
              </a:solidFill>
              <a:latin typeface="Plus Jakarta Sans"/>
              <a:ea typeface="Plus Jakarta Sans"/>
              <a:cs typeface="Plus Jakarta Sans"/>
              <a:sym typeface="Plus Jakarta Sans"/>
            </a:endParaRPr>
          </a:p>
        </p:txBody>
      </p:sp>
      <p:sp>
        <p:nvSpPr>
          <p:cNvPr id="457" name="Google Shape;457;p50"/>
          <p:cNvSpPr/>
          <p:nvPr/>
        </p:nvSpPr>
        <p:spPr>
          <a:xfrm>
            <a:off x="4769513" y="2072300"/>
            <a:ext cx="1885200" cy="1932900"/>
          </a:xfrm>
          <a:prstGeom prst="roundRect">
            <a:avLst>
              <a:gd fmla="val 12219"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Plus Jakarta Sans"/>
                <a:ea typeface="Plus Jakarta Sans"/>
                <a:cs typeface="Plus Jakarta Sans"/>
                <a:sym typeface="Plus Jakarta Sans"/>
              </a:rPr>
              <a:t> </a:t>
            </a:r>
            <a:endParaRPr>
              <a:solidFill>
                <a:schemeClr val="dk1"/>
              </a:solidFill>
              <a:latin typeface="Plus Jakarta Sans"/>
              <a:ea typeface="Plus Jakarta Sans"/>
              <a:cs typeface="Plus Jakarta Sans"/>
              <a:sym typeface="Plus Jakarta Sans"/>
            </a:endParaRPr>
          </a:p>
        </p:txBody>
      </p:sp>
      <p:sp>
        <p:nvSpPr>
          <p:cNvPr id="458" name="Google Shape;458;p50"/>
          <p:cNvSpPr/>
          <p:nvPr/>
        </p:nvSpPr>
        <p:spPr>
          <a:xfrm>
            <a:off x="228600" y="640600"/>
            <a:ext cx="7286400" cy="292800"/>
          </a:xfrm>
          <a:prstGeom prst="roundRect">
            <a:avLst>
              <a:gd fmla="val 26895" name="adj"/>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000">
                <a:solidFill>
                  <a:schemeClr val="accent3"/>
                </a:solidFill>
                <a:latin typeface="Plus Jakarta Sans Medium"/>
                <a:ea typeface="Plus Jakarta Sans Medium"/>
                <a:cs typeface="Plus Jakarta Sans Medium"/>
                <a:sym typeface="Plus Jakarta Sans Medium"/>
              </a:rPr>
              <a:t>Nimbers</a:t>
            </a:r>
            <a:endParaRPr sz="3000">
              <a:solidFill>
                <a:schemeClr val="accent3"/>
              </a:solidFill>
              <a:latin typeface="Plus Jakarta Sans Medium"/>
              <a:ea typeface="Plus Jakarta Sans Medium"/>
              <a:cs typeface="Plus Jakarta Sans Medium"/>
              <a:sym typeface="Plus Jakarta Sans Medium"/>
            </a:endParaRPr>
          </a:p>
        </p:txBody>
      </p:sp>
      <p:sp>
        <p:nvSpPr>
          <p:cNvPr id="459" name="Google Shape;459;p50"/>
          <p:cNvSpPr/>
          <p:nvPr/>
        </p:nvSpPr>
        <p:spPr>
          <a:xfrm>
            <a:off x="7030100" y="2072300"/>
            <a:ext cx="1885200" cy="1932900"/>
          </a:xfrm>
          <a:prstGeom prst="roundRect">
            <a:avLst>
              <a:gd fmla="val 12219"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Plus Jakarta Sans"/>
                <a:ea typeface="Plus Jakarta Sans"/>
                <a:cs typeface="Plus Jakarta Sans"/>
                <a:sym typeface="Plus Jakarta Sans"/>
              </a:rPr>
              <a:t> </a:t>
            </a:r>
            <a:endParaRPr>
              <a:solidFill>
                <a:schemeClr val="dk1"/>
              </a:solidFill>
              <a:latin typeface="Plus Jakarta Sans"/>
              <a:ea typeface="Plus Jakarta Sans"/>
              <a:cs typeface="Plus Jakarta Sans"/>
              <a:sym typeface="Plus Jakarta Sans"/>
            </a:endParaRPr>
          </a:p>
        </p:txBody>
      </p:sp>
      <p:sp>
        <p:nvSpPr>
          <p:cNvPr id="460" name="Google Shape;460;p50"/>
          <p:cNvSpPr/>
          <p:nvPr/>
        </p:nvSpPr>
        <p:spPr>
          <a:xfrm>
            <a:off x="2508850" y="4251900"/>
            <a:ext cx="1885200" cy="663000"/>
          </a:xfrm>
          <a:prstGeom prst="roundRect">
            <a:avLst>
              <a:gd fmla="val 12219"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Plus Jakarta Sans"/>
                <a:ea typeface="Plus Jakarta Sans"/>
                <a:cs typeface="Plus Jakarta Sans"/>
                <a:sym typeface="Plus Jakarta Sans"/>
              </a:rPr>
              <a:t> </a:t>
            </a:r>
            <a:endParaRPr>
              <a:solidFill>
                <a:schemeClr val="dk1"/>
              </a:solidFill>
              <a:latin typeface="Plus Jakarta Sans"/>
              <a:ea typeface="Plus Jakarta Sans"/>
              <a:cs typeface="Plus Jakarta Sans"/>
              <a:sym typeface="Plus Jakarta Sans"/>
            </a:endParaRPr>
          </a:p>
        </p:txBody>
      </p:sp>
      <p:sp>
        <p:nvSpPr>
          <p:cNvPr id="461" name="Google Shape;461;p50"/>
          <p:cNvSpPr/>
          <p:nvPr/>
        </p:nvSpPr>
        <p:spPr>
          <a:xfrm>
            <a:off x="4789100" y="4251900"/>
            <a:ext cx="1885200" cy="663000"/>
          </a:xfrm>
          <a:prstGeom prst="roundRect">
            <a:avLst>
              <a:gd fmla="val 12219"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Plus Jakarta Sans"/>
                <a:ea typeface="Plus Jakarta Sans"/>
                <a:cs typeface="Plus Jakarta Sans"/>
                <a:sym typeface="Plus Jakarta Sans"/>
              </a:rPr>
              <a:t> </a:t>
            </a:r>
            <a:endParaRPr>
              <a:solidFill>
                <a:schemeClr val="dk1"/>
              </a:solidFill>
              <a:latin typeface="Plus Jakarta Sans"/>
              <a:ea typeface="Plus Jakarta Sans"/>
              <a:cs typeface="Plus Jakarta Sans"/>
              <a:sym typeface="Plus Jakarta Sans"/>
            </a:endParaRPr>
          </a:p>
        </p:txBody>
      </p:sp>
      <p:sp>
        <p:nvSpPr>
          <p:cNvPr id="462" name="Google Shape;462;p50"/>
          <p:cNvSpPr/>
          <p:nvPr/>
        </p:nvSpPr>
        <p:spPr>
          <a:xfrm>
            <a:off x="7069350" y="4251900"/>
            <a:ext cx="1885200" cy="663000"/>
          </a:xfrm>
          <a:prstGeom prst="roundRect">
            <a:avLst>
              <a:gd fmla="val 12219"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Plus Jakarta Sans"/>
                <a:ea typeface="Plus Jakarta Sans"/>
                <a:cs typeface="Plus Jakarta Sans"/>
                <a:sym typeface="Plus Jakarta Sans"/>
              </a:rPr>
              <a:t> </a:t>
            </a:r>
            <a:endParaRPr>
              <a:solidFill>
                <a:schemeClr val="dk1"/>
              </a:solidFill>
              <a:latin typeface="Plus Jakarta Sans"/>
              <a:ea typeface="Plus Jakarta Sans"/>
              <a:cs typeface="Plus Jakarta Sans"/>
              <a:sym typeface="Plus Jakarta Sans"/>
            </a:endParaRPr>
          </a:p>
        </p:txBody>
      </p:sp>
      <p:sp>
        <p:nvSpPr>
          <p:cNvPr id="463" name="Google Shape;463;p50"/>
          <p:cNvSpPr/>
          <p:nvPr/>
        </p:nvSpPr>
        <p:spPr>
          <a:xfrm>
            <a:off x="555300" y="2434963"/>
            <a:ext cx="566400" cy="566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64" name="Google Shape;464;p50"/>
          <p:cNvSpPr/>
          <p:nvPr/>
        </p:nvSpPr>
        <p:spPr>
          <a:xfrm>
            <a:off x="1220950" y="2434963"/>
            <a:ext cx="566400" cy="5664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65" name="Google Shape;465;p50"/>
          <p:cNvSpPr/>
          <p:nvPr/>
        </p:nvSpPr>
        <p:spPr>
          <a:xfrm>
            <a:off x="555250" y="3088438"/>
            <a:ext cx="566400" cy="554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66" name="Google Shape;466;p50"/>
          <p:cNvSpPr/>
          <p:nvPr/>
        </p:nvSpPr>
        <p:spPr>
          <a:xfrm>
            <a:off x="1220950" y="3088438"/>
            <a:ext cx="566400" cy="554100"/>
          </a:xfrm>
          <a:prstGeom prst="rect">
            <a:avLst/>
          </a:prstGeom>
          <a:solidFill>
            <a:schemeClr val="accent3"/>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67" name="Google Shape;467;p50"/>
          <p:cNvSpPr/>
          <p:nvPr/>
        </p:nvSpPr>
        <p:spPr>
          <a:xfrm>
            <a:off x="2835550" y="2434963"/>
            <a:ext cx="566400" cy="566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68" name="Google Shape;468;p50"/>
          <p:cNvSpPr/>
          <p:nvPr/>
        </p:nvSpPr>
        <p:spPr>
          <a:xfrm>
            <a:off x="3501200" y="2434963"/>
            <a:ext cx="566400" cy="566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69" name="Google Shape;469;p50"/>
          <p:cNvSpPr/>
          <p:nvPr/>
        </p:nvSpPr>
        <p:spPr>
          <a:xfrm>
            <a:off x="2835500" y="3088438"/>
            <a:ext cx="566400" cy="554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70" name="Google Shape;470;p50"/>
          <p:cNvSpPr/>
          <p:nvPr/>
        </p:nvSpPr>
        <p:spPr>
          <a:xfrm>
            <a:off x="3501200" y="3088438"/>
            <a:ext cx="566400" cy="554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71" name="Google Shape;471;p50"/>
          <p:cNvSpPr/>
          <p:nvPr/>
        </p:nvSpPr>
        <p:spPr>
          <a:xfrm>
            <a:off x="5096113" y="2434963"/>
            <a:ext cx="566400" cy="566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72" name="Google Shape;472;p50"/>
          <p:cNvSpPr/>
          <p:nvPr/>
        </p:nvSpPr>
        <p:spPr>
          <a:xfrm>
            <a:off x="5761763" y="2434963"/>
            <a:ext cx="566400" cy="566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73" name="Google Shape;473;p50"/>
          <p:cNvSpPr/>
          <p:nvPr/>
        </p:nvSpPr>
        <p:spPr>
          <a:xfrm>
            <a:off x="5096063" y="3088438"/>
            <a:ext cx="566400" cy="5541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74" name="Google Shape;474;p50"/>
          <p:cNvSpPr/>
          <p:nvPr/>
        </p:nvSpPr>
        <p:spPr>
          <a:xfrm>
            <a:off x="5761763" y="3088438"/>
            <a:ext cx="566400" cy="554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75" name="Google Shape;475;p50"/>
          <p:cNvSpPr/>
          <p:nvPr/>
        </p:nvSpPr>
        <p:spPr>
          <a:xfrm>
            <a:off x="7356700" y="2434950"/>
            <a:ext cx="566400" cy="566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76" name="Google Shape;476;p50"/>
          <p:cNvSpPr/>
          <p:nvPr/>
        </p:nvSpPr>
        <p:spPr>
          <a:xfrm>
            <a:off x="8022350" y="2434950"/>
            <a:ext cx="566400" cy="566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77" name="Google Shape;477;p50"/>
          <p:cNvSpPr/>
          <p:nvPr/>
        </p:nvSpPr>
        <p:spPr>
          <a:xfrm>
            <a:off x="7356650" y="3088425"/>
            <a:ext cx="566400" cy="554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78" name="Google Shape;478;p50"/>
          <p:cNvSpPr/>
          <p:nvPr/>
        </p:nvSpPr>
        <p:spPr>
          <a:xfrm>
            <a:off x="8022350" y="3088425"/>
            <a:ext cx="566400" cy="554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79" name="Google Shape;479;p50"/>
          <p:cNvSpPr/>
          <p:nvPr/>
        </p:nvSpPr>
        <p:spPr>
          <a:xfrm>
            <a:off x="228600" y="4251900"/>
            <a:ext cx="1885200" cy="663000"/>
          </a:xfrm>
          <a:prstGeom prst="roundRect">
            <a:avLst>
              <a:gd fmla="val 12219"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Plus Jakarta Sans"/>
                <a:ea typeface="Plus Jakarta Sans"/>
                <a:cs typeface="Plus Jakarta Sans"/>
                <a:sym typeface="Plus Jakarta Sans"/>
              </a:rPr>
              <a:t> </a:t>
            </a:r>
            <a:endParaRPr>
              <a:solidFill>
                <a:schemeClr val="dk1"/>
              </a:solidFill>
              <a:latin typeface="Plus Jakarta Sans"/>
              <a:ea typeface="Plus Jakarta Sans"/>
              <a:cs typeface="Plus Jakarta Sans"/>
              <a:sym typeface="Plus Jakarta Sans"/>
            </a:endParaRPr>
          </a:p>
        </p:txBody>
      </p:sp>
      <p:sp>
        <p:nvSpPr>
          <p:cNvPr id="480" name="Google Shape;480;p50"/>
          <p:cNvSpPr txBox="1"/>
          <p:nvPr/>
        </p:nvSpPr>
        <p:spPr>
          <a:xfrm>
            <a:off x="284700" y="4318000"/>
            <a:ext cx="1580400" cy="479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700">
                <a:solidFill>
                  <a:schemeClr val="lt1"/>
                </a:solidFill>
                <a:latin typeface="Inter"/>
                <a:ea typeface="Inter"/>
                <a:cs typeface="Inter"/>
                <a:sym typeface="Inter"/>
              </a:rPr>
              <a:t>*0</a:t>
            </a:r>
            <a:endParaRPr sz="2700">
              <a:solidFill>
                <a:schemeClr val="lt1"/>
              </a:solidFill>
              <a:latin typeface="Inter"/>
              <a:ea typeface="Inter"/>
              <a:cs typeface="Inter"/>
              <a:sym typeface="Inter"/>
            </a:endParaRPr>
          </a:p>
        </p:txBody>
      </p:sp>
      <p:sp>
        <p:nvSpPr>
          <p:cNvPr id="481" name="Google Shape;481;p50"/>
          <p:cNvSpPr txBox="1"/>
          <p:nvPr/>
        </p:nvSpPr>
        <p:spPr>
          <a:xfrm>
            <a:off x="5351300" y="4318000"/>
            <a:ext cx="1030500" cy="29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700">
                <a:solidFill>
                  <a:schemeClr val="lt1"/>
                </a:solidFill>
                <a:latin typeface="Inter"/>
                <a:ea typeface="Inter"/>
                <a:cs typeface="Inter"/>
                <a:sym typeface="Inter"/>
              </a:rPr>
              <a:t>*0</a:t>
            </a:r>
            <a:endParaRPr sz="2700">
              <a:solidFill>
                <a:schemeClr val="lt1"/>
              </a:solidFill>
              <a:latin typeface="Inter"/>
              <a:ea typeface="Inter"/>
              <a:cs typeface="Inter"/>
              <a:sym typeface="Inter"/>
            </a:endParaRPr>
          </a:p>
          <a:p>
            <a:pPr indent="0" lvl="0" marL="0" rtl="0" algn="l">
              <a:spcBef>
                <a:spcPts val="0"/>
              </a:spcBef>
              <a:spcAft>
                <a:spcPts val="0"/>
              </a:spcAft>
              <a:buNone/>
            </a:pPr>
            <a:r>
              <a:t/>
            </a:r>
            <a:endParaRPr sz="2700">
              <a:solidFill>
                <a:schemeClr val="lt1"/>
              </a:solidFill>
              <a:latin typeface="Inter"/>
              <a:ea typeface="Inter"/>
              <a:cs typeface="Inter"/>
              <a:sym typeface="Inter"/>
            </a:endParaRPr>
          </a:p>
        </p:txBody>
      </p:sp>
      <p:sp>
        <p:nvSpPr>
          <p:cNvPr id="482" name="Google Shape;482;p50"/>
          <p:cNvSpPr txBox="1"/>
          <p:nvPr/>
        </p:nvSpPr>
        <p:spPr>
          <a:xfrm>
            <a:off x="3092950" y="4318000"/>
            <a:ext cx="1030500" cy="29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700">
                <a:solidFill>
                  <a:schemeClr val="lt1"/>
                </a:solidFill>
                <a:latin typeface="Inter"/>
                <a:ea typeface="Inter"/>
                <a:cs typeface="Inter"/>
                <a:sym typeface="Inter"/>
              </a:rPr>
              <a:t>*1</a:t>
            </a:r>
            <a:endParaRPr sz="2700">
              <a:solidFill>
                <a:schemeClr val="lt1"/>
              </a:solidFill>
              <a:latin typeface="Inter"/>
              <a:ea typeface="Inter"/>
              <a:cs typeface="Inter"/>
              <a:sym typeface="Inter"/>
            </a:endParaRPr>
          </a:p>
          <a:p>
            <a:pPr indent="0" lvl="0" marL="0" rtl="0" algn="l">
              <a:spcBef>
                <a:spcPts val="0"/>
              </a:spcBef>
              <a:spcAft>
                <a:spcPts val="0"/>
              </a:spcAft>
              <a:buNone/>
            </a:pPr>
            <a:r>
              <a:t/>
            </a:r>
            <a:endParaRPr sz="2700">
              <a:solidFill>
                <a:schemeClr val="lt1"/>
              </a:solidFill>
              <a:latin typeface="Inter"/>
              <a:ea typeface="Inter"/>
              <a:cs typeface="Inter"/>
              <a:sym typeface="Inter"/>
            </a:endParaRPr>
          </a:p>
        </p:txBody>
      </p:sp>
      <p:sp>
        <p:nvSpPr>
          <p:cNvPr id="483" name="Google Shape;483;p50"/>
          <p:cNvSpPr txBox="1"/>
          <p:nvPr/>
        </p:nvSpPr>
        <p:spPr>
          <a:xfrm>
            <a:off x="7696350" y="4318000"/>
            <a:ext cx="1030500" cy="29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700">
                <a:solidFill>
                  <a:schemeClr val="lt1"/>
                </a:solidFill>
                <a:latin typeface="Inter"/>
                <a:ea typeface="Inter"/>
                <a:cs typeface="Inter"/>
                <a:sym typeface="Inter"/>
              </a:rPr>
              <a:t>*1</a:t>
            </a:r>
            <a:endParaRPr sz="2700">
              <a:solidFill>
                <a:schemeClr val="lt1"/>
              </a:solidFill>
              <a:latin typeface="Inter"/>
              <a:ea typeface="Inter"/>
              <a:cs typeface="Inter"/>
              <a:sym typeface="Inter"/>
            </a:endParaRPr>
          </a:p>
          <a:p>
            <a:pPr indent="0" lvl="0" marL="0" rtl="0" algn="l">
              <a:spcBef>
                <a:spcPts val="0"/>
              </a:spcBef>
              <a:spcAft>
                <a:spcPts val="0"/>
              </a:spcAft>
              <a:buNone/>
            </a:pPr>
            <a:r>
              <a:t/>
            </a:r>
            <a:endParaRPr sz="2700">
              <a:solidFill>
                <a:schemeClr val="lt1"/>
              </a:solidFill>
              <a:latin typeface="Inter"/>
              <a:ea typeface="Inter"/>
              <a:cs typeface="Inter"/>
              <a:sym typeface="Inter"/>
            </a:endParaRPr>
          </a:p>
        </p:txBody>
      </p:sp>
      <p:sp>
        <p:nvSpPr>
          <p:cNvPr id="484" name="Google Shape;484;p50"/>
          <p:cNvSpPr txBox="1"/>
          <p:nvPr/>
        </p:nvSpPr>
        <p:spPr>
          <a:xfrm>
            <a:off x="284700" y="1228450"/>
            <a:ext cx="8442300" cy="66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lt1"/>
                </a:solidFill>
                <a:latin typeface="Inter"/>
                <a:ea typeface="Inter"/>
                <a:cs typeface="Inter"/>
                <a:sym typeface="Inter"/>
              </a:rPr>
              <a:t>Sprague-Grundy Theorem</a:t>
            </a:r>
            <a:r>
              <a:rPr lang="en" sz="1500">
                <a:solidFill>
                  <a:schemeClr val="lt1"/>
                </a:solidFill>
                <a:latin typeface="Inter"/>
                <a:ea typeface="Inter"/>
                <a:cs typeface="Inter"/>
                <a:sym typeface="Inter"/>
              </a:rPr>
              <a:t>: Every position in an impartial game is equivalent to a certain position in the game nim.</a:t>
            </a:r>
            <a:endParaRPr sz="1500">
              <a:solidFill>
                <a:schemeClr val="lt1"/>
              </a:solidFill>
              <a:latin typeface="Inter"/>
              <a:ea typeface="Inter"/>
              <a:cs typeface="Inter"/>
              <a:sym typeface="Inte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51"/>
          <p:cNvSpPr/>
          <p:nvPr/>
        </p:nvSpPr>
        <p:spPr>
          <a:xfrm>
            <a:off x="228600" y="483975"/>
            <a:ext cx="3571200" cy="332100"/>
          </a:xfrm>
          <a:prstGeom prst="roundRect">
            <a:avLst>
              <a:gd fmla="val 26895" name="adj"/>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000" u="sng">
                <a:solidFill>
                  <a:schemeClr val="accent3"/>
                </a:solidFill>
                <a:latin typeface="Plus Jakarta Sans Medium"/>
                <a:ea typeface="Plus Jakarta Sans Medium"/>
                <a:cs typeface="Plus Jakarta Sans Medium"/>
                <a:sym typeface="Plus Jakarta Sans Medium"/>
              </a:rPr>
              <a:t>Nimbers</a:t>
            </a:r>
            <a:endParaRPr sz="3000" u="sng">
              <a:solidFill>
                <a:schemeClr val="accent3"/>
              </a:solidFill>
              <a:latin typeface="Plus Jakarta Sans Medium"/>
              <a:ea typeface="Plus Jakarta Sans Medium"/>
              <a:cs typeface="Plus Jakarta Sans Medium"/>
              <a:sym typeface="Plus Jakarta Sans Medium"/>
            </a:endParaRPr>
          </a:p>
        </p:txBody>
      </p:sp>
      <p:sp>
        <p:nvSpPr>
          <p:cNvPr id="490" name="Google Shape;490;p51"/>
          <p:cNvSpPr/>
          <p:nvPr/>
        </p:nvSpPr>
        <p:spPr>
          <a:xfrm>
            <a:off x="1480450" y="2900625"/>
            <a:ext cx="1885200" cy="1573800"/>
          </a:xfrm>
          <a:prstGeom prst="roundRect">
            <a:avLst>
              <a:gd fmla="val 12219"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Plus Jakarta Sans"/>
                <a:ea typeface="Plus Jakarta Sans"/>
                <a:cs typeface="Plus Jakarta Sans"/>
                <a:sym typeface="Plus Jakarta Sans"/>
              </a:rPr>
              <a:t> </a:t>
            </a:r>
            <a:endParaRPr>
              <a:solidFill>
                <a:schemeClr val="dk1"/>
              </a:solidFill>
              <a:latin typeface="Plus Jakarta Sans"/>
              <a:ea typeface="Plus Jakarta Sans"/>
              <a:cs typeface="Plus Jakarta Sans"/>
              <a:sym typeface="Plus Jakarta Sans"/>
            </a:endParaRPr>
          </a:p>
        </p:txBody>
      </p:sp>
      <p:sp>
        <p:nvSpPr>
          <p:cNvPr id="491" name="Google Shape;491;p51"/>
          <p:cNvSpPr/>
          <p:nvPr/>
        </p:nvSpPr>
        <p:spPr>
          <a:xfrm>
            <a:off x="1683289" y="3399749"/>
            <a:ext cx="446700" cy="446700"/>
          </a:xfrm>
          <a:prstGeom prst="rect">
            <a:avLst/>
          </a:prstGeom>
          <a:solidFill>
            <a:schemeClr val="lt1"/>
          </a:solidFill>
          <a:ln cap="flat" cmpd="sng" w="7500">
            <a:solidFill>
              <a:schemeClr val="dk2"/>
            </a:solidFill>
            <a:prstDash val="solid"/>
            <a:round/>
            <a:headEnd len="sm" w="sm" type="none"/>
            <a:tailEnd len="sm" w="sm" type="none"/>
          </a:ln>
        </p:spPr>
        <p:txBody>
          <a:bodyPr anchorCtr="0" anchor="ctr" bIns="72125" lIns="72125" spcFirstLastPara="1" rIns="72125" wrap="square" tIns="72125">
            <a:noAutofit/>
          </a:bodyPr>
          <a:lstStyle/>
          <a:p>
            <a:pPr indent="0" lvl="0" marL="0" rtl="0" algn="ctr">
              <a:spcBef>
                <a:spcPts val="0"/>
              </a:spcBef>
              <a:spcAft>
                <a:spcPts val="0"/>
              </a:spcAft>
              <a:buNone/>
            </a:pPr>
            <a:r>
              <a:t/>
            </a:r>
            <a:endParaRPr sz="1104">
              <a:latin typeface="Inter"/>
              <a:ea typeface="Inter"/>
              <a:cs typeface="Inter"/>
              <a:sym typeface="Inter"/>
            </a:endParaRPr>
          </a:p>
        </p:txBody>
      </p:sp>
      <p:sp>
        <p:nvSpPr>
          <p:cNvPr id="492" name="Google Shape;492;p51"/>
          <p:cNvSpPr/>
          <p:nvPr/>
        </p:nvSpPr>
        <p:spPr>
          <a:xfrm>
            <a:off x="2199694" y="3399749"/>
            <a:ext cx="446700" cy="446700"/>
          </a:xfrm>
          <a:prstGeom prst="rect">
            <a:avLst/>
          </a:prstGeom>
          <a:solidFill>
            <a:schemeClr val="lt2"/>
          </a:solidFill>
          <a:ln cap="flat" cmpd="sng" w="7500">
            <a:solidFill>
              <a:schemeClr val="dk2"/>
            </a:solidFill>
            <a:prstDash val="solid"/>
            <a:round/>
            <a:headEnd len="sm" w="sm" type="none"/>
            <a:tailEnd len="sm" w="sm" type="none"/>
          </a:ln>
        </p:spPr>
        <p:txBody>
          <a:bodyPr anchorCtr="0" anchor="ctr" bIns="72125" lIns="72125" spcFirstLastPara="1" rIns="72125" wrap="square" tIns="72125">
            <a:noAutofit/>
          </a:bodyPr>
          <a:lstStyle/>
          <a:p>
            <a:pPr indent="0" lvl="0" marL="0" rtl="0" algn="ctr">
              <a:spcBef>
                <a:spcPts val="0"/>
              </a:spcBef>
              <a:spcAft>
                <a:spcPts val="0"/>
              </a:spcAft>
              <a:buNone/>
            </a:pPr>
            <a:r>
              <a:t/>
            </a:r>
            <a:endParaRPr sz="1104">
              <a:latin typeface="Inter"/>
              <a:ea typeface="Inter"/>
              <a:cs typeface="Inter"/>
              <a:sym typeface="Inter"/>
            </a:endParaRPr>
          </a:p>
        </p:txBody>
      </p:sp>
      <p:sp>
        <p:nvSpPr>
          <p:cNvPr id="493" name="Google Shape;493;p51"/>
          <p:cNvSpPr/>
          <p:nvPr/>
        </p:nvSpPr>
        <p:spPr>
          <a:xfrm>
            <a:off x="1674550" y="3915258"/>
            <a:ext cx="446700" cy="437100"/>
          </a:xfrm>
          <a:prstGeom prst="rect">
            <a:avLst/>
          </a:prstGeom>
          <a:solidFill>
            <a:schemeClr val="accent3"/>
          </a:solidFill>
          <a:ln cap="flat" cmpd="sng" w="7500">
            <a:solidFill>
              <a:schemeClr val="dk2"/>
            </a:solidFill>
            <a:prstDash val="solid"/>
            <a:round/>
            <a:headEnd len="sm" w="sm" type="none"/>
            <a:tailEnd len="sm" w="sm" type="none"/>
          </a:ln>
        </p:spPr>
        <p:txBody>
          <a:bodyPr anchorCtr="0" anchor="ctr" bIns="72125" lIns="72125" spcFirstLastPara="1" rIns="72125" wrap="square" tIns="72125">
            <a:noAutofit/>
          </a:bodyPr>
          <a:lstStyle/>
          <a:p>
            <a:pPr indent="0" lvl="0" marL="0" rtl="0" algn="ctr">
              <a:spcBef>
                <a:spcPts val="0"/>
              </a:spcBef>
              <a:spcAft>
                <a:spcPts val="0"/>
              </a:spcAft>
              <a:buNone/>
            </a:pPr>
            <a:r>
              <a:t/>
            </a:r>
            <a:endParaRPr sz="1104">
              <a:latin typeface="Inter"/>
              <a:ea typeface="Inter"/>
              <a:cs typeface="Inter"/>
              <a:sym typeface="Inter"/>
            </a:endParaRPr>
          </a:p>
        </p:txBody>
      </p:sp>
      <p:sp>
        <p:nvSpPr>
          <p:cNvPr id="494" name="Google Shape;494;p51"/>
          <p:cNvSpPr/>
          <p:nvPr/>
        </p:nvSpPr>
        <p:spPr>
          <a:xfrm>
            <a:off x="2199694" y="3915258"/>
            <a:ext cx="446700" cy="437100"/>
          </a:xfrm>
          <a:prstGeom prst="rect">
            <a:avLst/>
          </a:prstGeom>
          <a:solidFill>
            <a:schemeClr val="accent3"/>
          </a:solidFill>
          <a:ln cap="flat" cmpd="sng" w="7500">
            <a:solidFill>
              <a:schemeClr val="dk2"/>
            </a:solidFill>
            <a:prstDash val="solid"/>
            <a:round/>
            <a:headEnd len="sm" w="sm" type="none"/>
            <a:tailEnd len="sm" w="sm" type="none"/>
          </a:ln>
        </p:spPr>
        <p:txBody>
          <a:bodyPr anchorCtr="0" anchor="ctr" bIns="72125" lIns="72125" spcFirstLastPara="1" rIns="72125" wrap="square" tIns="72125">
            <a:noAutofit/>
          </a:bodyPr>
          <a:lstStyle/>
          <a:p>
            <a:pPr indent="0" lvl="0" marL="0" rtl="0" algn="ctr">
              <a:spcBef>
                <a:spcPts val="0"/>
              </a:spcBef>
              <a:spcAft>
                <a:spcPts val="0"/>
              </a:spcAft>
              <a:buNone/>
            </a:pPr>
            <a:r>
              <a:t/>
            </a:r>
            <a:endParaRPr sz="1104">
              <a:latin typeface="Inter"/>
              <a:ea typeface="Inter"/>
              <a:cs typeface="Inter"/>
              <a:sym typeface="Inter"/>
            </a:endParaRPr>
          </a:p>
        </p:txBody>
      </p:sp>
      <p:sp>
        <p:nvSpPr>
          <p:cNvPr id="495" name="Google Shape;495;p51"/>
          <p:cNvSpPr/>
          <p:nvPr/>
        </p:nvSpPr>
        <p:spPr>
          <a:xfrm>
            <a:off x="2716106" y="3399749"/>
            <a:ext cx="446700" cy="446700"/>
          </a:xfrm>
          <a:prstGeom prst="rect">
            <a:avLst/>
          </a:prstGeom>
          <a:solidFill>
            <a:schemeClr val="lt2"/>
          </a:solidFill>
          <a:ln cap="flat" cmpd="sng" w="7500">
            <a:solidFill>
              <a:schemeClr val="dk2"/>
            </a:solidFill>
            <a:prstDash val="solid"/>
            <a:round/>
            <a:headEnd len="sm" w="sm" type="none"/>
            <a:tailEnd len="sm" w="sm" type="none"/>
          </a:ln>
        </p:spPr>
        <p:txBody>
          <a:bodyPr anchorCtr="0" anchor="ctr" bIns="72125" lIns="72125" spcFirstLastPara="1" rIns="72125" wrap="square" tIns="72125">
            <a:noAutofit/>
          </a:bodyPr>
          <a:lstStyle/>
          <a:p>
            <a:pPr indent="0" lvl="0" marL="0" rtl="0" algn="ctr">
              <a:spcBef>
                <a:spcPts val="0"/>
              </a:spcBef>
              <a:spcAft>
                <a:spcPts val="0"/>
              </a:spcAft>
              <a:buNone/>
            </a:pPr>
            <a:r>
              <a:t/>
            </a:r>
            <a:endParaRPr sz="1104">
              <a:latin typeface="Inter"/>
              <a:ea typeface="Inter"/>
              <a:cs typeface="Inter"/>
              <a:sym typeface="Inter"/>
            </a:endParaRPr>
          </a:p>
        </p:txBody>
      </p:sp>
      <p:sp>
        <p:nvSpPr>
          <p:cNvPr id="496" name="Google Shape;496;p51"/>
          <p:cNvSpPr/>
          <p:nvPr/>
        </p:nvSpPr>
        <p:spPr>
          <a:xfrm>
            <a:off x="2716081" y="3910449"/>
            <a:ext cx="446700" cy="446700"/>
          </a:xfrm>
          <a:prstGeom prst="rect">
            <a:avLst/>
          </a:prstGeom>
          <a:solidFill>
            <a:schemeClr val="accent3"/>
          </a:solidFill>
          <a:ln cap="flat" cmpd="sng" w="7500">
            <a:solidFill>
              <a:schemeClr val="dk2"/>
            </a:solidFill>
            <a:prstDash val="solid"/>
            <a:round/>
            <a:headEnd len="sm" w="sm" type="none"/>
            <a:tailEnd len="sm" w="sm" type="none"/>
          </a:ln>
        </p:spPr>
        <p:txBody>
          <a:bodyPr anchorCtr="0" anchor="ctr" bIns="72125" lIns="72125" spcFirstLastPara="1" rIns="72125" wrap="square" tIns="72125">
            <a:noAutofit/>
          </a:bodyPr>
          <a:lstStyle/>
          <a:p>
            <a:pPr indent="0" lvl="0" marL="0" rtl="0" algn="ctr">
              <a:spcBef>
                <a:spcPts val="0"/>
              </a:spcBef>
              <a:spcAft>
                <a:spcPts val="0"/>
              </a:spcAft>
              <a:buNone/>
            </a:pPr>
            <a:r>
              <a:t/>
            </a:r>
            <a:endParaRPr sz="1104">
              <a:latin typeface="Inter"/>
              <a:ea typeface="Inter"/>
              <a:cs typeface="Inter"/>
              <a:sym typeface="Inter"/>
            </a:endParaRPr>
          </a:p>
        </p:txBody>
      </p:sp>
      <p:sp>
        <p:nvSpPr>
          <p:cNvPr id="497" name="Google Shape;497;p51"/>
          <p:cNvSpPr/>
          <p:nvPr/>
        </p:nvSpPr>
        <p:spPr>
          <a:xfrm>
            <a:off x="3654725" y="2900625"/>
            <a:ext cx="1885200" cy="1573800"/>
          </a:xfrm>
          <a:prstGeom prst="roundRect">
            <a:avLst>
              <a:gd fmla="val 12219"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Plus Jakarta Sans"/>
                <a:ea typeface="Plus Jakarta Sans"/>
                <a:cs typeface="Plus Jakarta Sans"/>
                <a:sym typeface="Plus Jakarta Sans"/>
              </a:rPr>
              <a:t> </a:t>
            </a:r>
            <a:endParaRPr>
              <a:solidFill>
                <a:schemeClr val="dk1"/>
              </a:solidFill>
              <a:latin typeface="Plus Jakarta Sans"/>
              <a:ea typeface="Plus Jakarta Sans"/>
              <a:cs typeface="Plus Jakarta Sans"/>
              <a:sym typeface="Plus Jakarta Sans"/>
            </a:endParaRPr>
          </a:p>
        </p:txBody>
      </p:sp>
      <p:sp>
        <p:nvSpPr>
          <p:cNvPr id="498" name="Google Shape;498;p51"/>
          <p:cNvSpPr/>
          <p:nvPr/>
        </p:nvSpPr>
        <p:spPr>
          <a:xfrm>
            <a:off x="3861939" y="3399749"/>
            <a:ext cx="446700" cy="446700"/>
          </a:xfrm>
          <a:prstGeom prst="rect">
            <a:avLst/>
          </a:prstGeom>
          <a:solidFill>
            <a:schemeClr val="accent3"/>
          </a:solidFill>
          <a:ln cap="flat" cmpd="sng" w="7500">
            <a:solidFill>
              <a:schemeClr val="dk2"/>
            </a:solidFill>
            <a:prstDash val="solid"/>
            <a:round/>
            <a:headEnd len="sm" w="sm" type="none"/>
            <a:tailEnd len="sm" w="sm" type="none"/>
          </a:ln>
        </p:spPr>
        <p:txBody>
          <a:bodyPr anchorCtr="0" anchor="ctr" bIns="72125" lIns="72125" spcFirstLastPara="1" rIns="72125" wrap="square" tIns="72125">
            <a:noAutofit/>
          </a:bodyPr>
          <a:lstStyle/>
          <a:p>
            <a:pPr indent="0" lvl="0" marL="0" rtl="0" algn="ctr">
              <a:spcBef>
                <a:spcPts val="0"/>
              </a:spcBef>
              <a:spcAft>
                <a:spcPts val="0"/>
              </a:spcAft>
              <a:buNone/>
            </a:pPr>
            <a:r>
              <a:t/>
            </a:r>
            <a:endParaRPr sz="1104">
              <a:latin typeface="Inter"/>
              <a:ea typeface="Inter"/>
              <a:cs typeface="Inter"/>
              <a:sym typeface="Inter"/>
            </a:endParaRPr>
          </a:p>
        </p:txBody>
      </p:sp>
      <p:sp>
        <p:nvSpPr>
          <p:cNvPr id="499" name="Google Shape;499;p51"/>
          <p:cNvSpPr/>
          <p:nvPr/>
        </p:nvSpPr>
        <p:spPr>
          <a:xfrm>
            <a:off x="4378344" y="3399749"/>
            <a:ext cx="446700" cy="446700"/>
          </a:xfrm>
          <a:prstGeom prst="rect">
            <a:avLst/>
          </a:prstGeom>
          <a:solidFill>
            <a:schemeClr val="accent3"/>
          </a:solidFill>
          <a:ln cap="flat" cmpd="sng" w="7500">
            <a:solidFill>
              <a:schemeClr val="dk2"/>
            </a:solidFill>
            <a:prstDash val="solid"/>
            <a:round/>
            <a:headEnd len="sm" w="sm" type="none"/>
            <a:tailEnd len="sm" w="sm" type="none"/>
          </a:ln>
        </p:spPr>
        <p:txBody>
          <a:bodyPr anchorCtr="0" anchor="ctr" bIns="72125" lIns="72125" spcFirstLastPara="1" rIns="72125" wrap="square" tIns="72125">
            <a:noAutofit/>
          </a:bodyPr>
          <a:lstStyle/>
          <a:p>
            <a:pPr indent="0" lvl="0" marL="0" rtl="0" algn="ctr">
              <a:spcBef>
                <a:spcPts val="0"/>
              </a:spcBef>
              <a:spcAft>
                <a:spcPts val="0"/>
              </a:spcAft>
              <a:buNone/>
            </a:pPr>
            <a:r>
              <a:t/>
            </a:r>
            <a:endParaRPr sz="1104">
              <a:latin typeface="Inter"/>
              <a:ea typeface="Inter"/>
              <a:cs typeface="Inter"/>
              <a:sym typeface="Inter"/>
            </a:endParaRPr>
          </a:p>
        </p:txBody>
      </p:sp>
      <p:sp>
        <p:nvSpPr>
          <p:cNvPr id="500" name="Google Shape;500;p51"/>
          <p:cNvSpPr/>
          <p:nvPr/>
        </p:nvSpPr>
        <p:spPr>
          <a:xfrm>
            <a:off x="3853200" y="3915258"/>
            <a:ext cx="446700" cy="437100"/>
          </a:xfrm>
          <a:prstGeom prst="rect">
            <a:avLst/>
          </a:prstGeom>
          <a:solidFill>
            <a:schemeClr val="lt2"/>
          </a:solidFill>
          <a:ln cap="flat" cmpd="sng" w="7500">
            <a:solidFill>
              <a:schemeClr val="dk2"/>
            </a:solidFill>
            <a:prstDash val="solid"/>
            <a:round/>
            <a:headEnd len="sm" w="sm" type="none"/>
            <a:tailEnd len="sm" w="sm" type="none"/>
          </a:ln>
        </p:spPr>
        <p:txBody>
          <a:bodyPr anchorCtr="0" anchor="ctr" bIns="72125" lIns="72125" spcFirstLastPara="1" rIns="72125" wrap="square" tIns="72125">
            <a:noAutofit/>
          </a:bodyPr>
          <a:lstStyle/>
          <a:p>
            <a:pPr indent="0" lvl="0" marL="0" rtl="0" algn="ctr">
              <a:spcBef>
                <a:spcPts val="0"/>
              </a:spcBef>
              <a:spcAft>
                <a:spcPts val="0"/>
              </a:spcAft>
              <a:buNone/>
            </a:pPr>
            <a:r>
              <a:t/>
            </a:r>
            <a:endParaRPr sz="1104">
              <a:latin typeface="Inter"/>
              <a:ea typeface="Inter"/>
              <a:cs typeface="Inter"/>
              <a:sym typeface="Inter"/>
            </a:endParaRPr>
          </a:p>
        </p:txBody>
      </p:sp>
      <p:sp>
        <p:nvSpPr>
          <p:cNvPr id="501" name="Google Shape;501;p51"/>
          <p:cNvSpPr/>
          <p:nvPr/>
        </p:nvSpPr>
        <p:spPr>
          <a:xfrm>
            <a:off x="4378344" y="3915258"/>
            <a:ext cx="446700" cy="437100"/>
          </a:xfrm>
          <a:prstGeom prst="rect">
            <a:avLst/>
          </a:prstGeom>
          <a:solidFill>
            <a:schemeClr val="lt2"/>
          </a:solidFill>
          <a:ln cap="flat" cmpd="sng" w="7500">
            <a:solidFill>
              <a:schemeClr val="dk2"/>
            </a:solidFill>
            <a:prstDash val="solid"/>
            <a:round/>
            <a:headEnd len="sm" w="sm" type="none"/>
            <a:tailEnd len="sm" w="sm" type="none"/>
          </a:ln>
        </p:spPr>
        <p:txBody>
          <a:bodyPr anchorCtr="0" anchor="ctr" bIns="72125" lIns="72125" spcFirstLastPara="1" rIns="72125" wrap="square" tIns="72125">
            <a:noAutofit/>
          </a:bodyPr>
          <a:lstStyle/>
          <a:p>
            <a:pPr indent="0" lvl="0" marL="0" rtl="0" algn="ctr">
              <a:spcBef>
                <a:spcPts val="0"/>
              </a:spcBef>
              <a:spcAft>
                <a:spcPts val="0"/>
              </a:spcAft>
              <a:buNone/>
            </a:pPr>
            <a:r>
              <a:t/>
            </a:r>
            <a:endParaRPr sz="1104">
              <a:latin typeface="Inter"/>
              <a:ea typeface="Inter"/>
              <a:cs typeface="Inter"/>
              <a:sym typeface="Inter"/>
            </a:endParaRPr>
          </a:p>
        </p:txBody>
      </p:sp>
      <p:sp>
        <p:nvSpPr>
          <p:cNvPr id="502" name="Google Shape;502;p51"/>
          <p:cNvSpPr/>
          <p:nvPr/>
        </p:nvSpPr>
        <p:spPr>
          <a:xfrm>
            <a:off x="4894756" y="3399749"/>
            <a:ext cx="446700" cy="446700"/>
          </a:xfrm>
          <a:prstGeom prst="rect">
            <a:avLst/>
          </a:prstGeom>
          <a:solidFill>
            <a:schemeClr val="lt2"/>
          </a:solidFill>
          <a:ln cap="flat" cmpd="sng" w="7500">
            <a:solidFill>
              <a:schemeClr val="dk2"/>
            </a:solidFill>
            <a:prstDash val="solid"/>
            <a:round/>
            <a:headEnd len="sm" w="sm" type="none"/>
            <a:tailEnd len="sm" w="sm" type="none"/>
          </a:ln>
        </p:spPr>
        <p:txBody>
          <a:bodyPr anchorCtr="0" anchor="ctr" bIns="72125" lIns="72125" spcFirstLastPara="1" rIns="72125" wrap="square" tIns="72125">
            <a:noAutofit/>
          </a:bodyPr>
          <a:lstStyle/>
          <a:p>
            <a:pPr indent="0" lvl="0" marL="0" rtl="0" algn="ctr">
              <a:spcBef>
                <a:spcPts val="0"/>
              </a:spcBef>
              <a:spcAft>
                <a:spcPts val="0"/>
              </a:spcAft>
              <a:buNone/>
            </a:pPr>
            <a:r>
              <a:t/>
            </a:r>
            <a:endParaRPr sz="1104">
              <a:latin typeface="Inter"/>
              <a:ea typeface="Inter"/>
              <a:cs typeface="Inter"/>
              <a:sym typeface="Inter"/>
            </a:endParaRPr>
          </a:p>
        </p:txBody>
      </p:sp>
      <p:sp>
        <p:nvSpPr>
          <p:cNvPr id="503" name="Google Shape;503;p51"/>
          <p:cNvSpPr/>
          <p:nvPr/>
        </p:nvSpPr>
        <p:spPr>
          <a:xfrm>
            <a:off x="4894731" y="3910449"/>
            <a:ext cx="446700" cy="446700"/>
          </a:xfrm>
          <a:prstGeom prst="rect">
            <a:avLst/>
          </a:prstGeom>
          <a:solidFill>
            <a:schemeClr val="lt2"/>
          </a:solidFill>
          <a:ln cap="flat" cmpd="sng" w="7500">
            <a:solidFill>
              <a:schemeClr val="dk2"/>
            </a:solidFill>
            <a:prstDash val="solid"/>
            <a:round/>
            <a:headEnd len="sm" w="sm" type="none"/>
            <a:tailEnd len="sm" w="sm" type="none"/>
          </a:ln>
        </p:spPr>
        <p:txBody>
          <a:bodyPr anchorCtr="0" anchor="ctr" bIns="72125" lIns="72125" spcFirstLastPara="1" rIns="72125" wrap="square" tIns="72125">
            <a:noAutofit/>
          </a:bodyPr>
          <a:lstStyle/>
          <a:p>
            <a:pPr indent="0" lvl="0" marL="0" rtl="0" algn="ctr">
              <a:spcBef>
                <a:spcPts val="0"/>
              </a:spcBef>
              <a:spcAft>
                <a:spcPts val="0"/>
              </a:spcAft>
              <a:buNone/>
            </a:pPr>
            <a:r>
              <a:t/>
            </a:r>
            <a:endParaRPr sz="1104">
              <a:latin typeface="Inter"/>
              <a:ea typeface="Inter"/>
              <a:cs typeface="Inter"/>
              <a:sym typeface="Inter"/>
            </a:endParaRPr>
          </a:p>
        </p:txBody>
      </p:sp>
      <p:sp>
        <p:nvSpPr>
          <p:cNvPr id="504" name="Google Shape;504;p51"/>
          <p:cNvSpPr/>
          <p:nvPr/>
        </p:nvSpPr>
        <p:spPr>
          <a:xfrm>
            <a:off x="5829000" y="2900625"/>
            <a:ext cx="1885200" cy="1573800"/>
          </a:xfrm>
          <a:prstGeom prst="roundRect">
            <a:avLst>
              <a:gd fmla="val 12219"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Plus Jakarta Sans"/>
                <a:ea typeface="Plus Jakarta Sans"/>
                <a:cs typeface="Plus Jakarta Sans"/>
                <a:sym typeface="Plus Jakarta Sans"/>
              </a:rPr>
              <a:t> </a:t>
            </a:r>
            <a:endParaRPr>
              <a:solidFill>
                <a:schemeClr val="dk1"/>
              </a:solidFill>
              <a:latin typeface="Plus Jakarta Sans"/>
              <a:ea typeface="Plus Jakarta Sans"/>
              <a:cs typeface="Plus Jakarta Sans"/>
              <a:sym typeface="Plus Jakarta Sans"/>
            </a:endParaRPr>
          </a:p>
        </p:txBody>
      </p:sp>
      <p:sp>
        <p:nvSpPr>
          <p:cNvPr id="505" name="Google Shape;505;p51"/>
          <p:cNvSpPr/>
          <p:nvPr/>
        </p:nvSpPr>
        <p:spPr>
          <a:xfrm>
            <a:off x="6036214" y="3399749"/>
            <a:ext cx="446700" cy="446700"/>
          </a:xfrm>
          <a:prstGeom prst="rect">
            <a:avLst/>
          </a:prstGeom>
          <a:solidFill>
            <a:schemeClr val="lt1"/>
          </a:solidFill>
          <a:ln cap="flat" cmpd="sng" w="7500">
            <a:solidFill>
              <a:schemeClr val="dk2"/>
            </a:solidFill>
            <a:prstDash val="solid"/>
            <a:round/>
            <a:headEnd len="sm" w="sm" type="none"/>
            <a:tailEnd len="sm" w="sm" type="none"/>
          </a:ln>
        </p:spPr>
        <p:txBody>
          <a:bodyPr anchorCtr="0" anchor="ctr" bIns="72125" lIns="72125" spcFirstLastPara="1" rIns="72125" wrap="square" tIns="72125">
            <a:noAutofit/>
          </a:bodyPr>
          <a:lstStyle/>
          <a:p>
            <a:pPr indent="0" lvl="0" marL="0" rtl="0" algn="ctr">
              <a:spcBef>
                <a:spcPts val="0"/>
              </a:spcBef>
              <a:spcAft>
                <a:spcPts val="0"/>
              </a:spcAft>
              <a:buNone/>
            </a:pPr>
            <a:r>
              <a:t/>
            </a:r>
            <a:endParaRPr sz="1104">
              <a:latin typeface="Inter"/>
              <a:ea typeface="Inter"/>
              <a:cs typeface="Inter"/>
              <a:sym typeface="Inter"/>
            </a:endParaRPr>
          </a:p>
        </p:txBody>
      </p:sp>
      <p:sp>
        <p:nvSpPr>
          <p:cNvPr id="506" name="Google Shape;506;p51"/>
          <p:cNvSpPr/>
          <p:nvPr/>
        </p:nvSpPr>
        <p:spPr>
          <a:xfrm>
            <a:off x="6552619" y="3399749"/>
            <a:ext cx="446700" cy="446700"/>
          </a:xfrm>
          <a:prstGeom prst="rect">
            <a:avLst/>
          </a:prstGeom>
          <a:solidFill>
            <a:schemeClr val="accent3"/>
          </a:solidFill>
          <a:ln cap="flat" cmpd="sng" w="7500">
            <a:solidFill>
              <a:schemeClr val="dk2"/>
            </a:solidFill>
            <a:prstDash val="solid"/>
            <a:round/>
            <a:headEnd len="sm" w="sm" type="none"/>
            <a:tailEnd len="sm" w="sm" type="none"/>
          </a:ln>
        </p:spPr>
        <p:txBody>
          <a:bodyPr anchorCtr="0" anchor="ctr" bIns="72125" lIns="72125" spcFirstLastPara="1" rIns="72125" wrap="square" tIns="72125">
            <a:noAutofit/>
          </a:bodyPr>
          <a:lstStyle/>
          <a:p>
            <a:pPr indent="0" lvl="0" marL="0" rtl="0" algn="ctr">
              <a:spcBef>
                <a:spcPts val="0"/>
              </a:spcBef>
              <a:spcAft>
                <a:spcPts val="0"/>
              </a:spcAft>
              <a:buNone/>
            </a:pPr>
            <a:r>
              <a:t/>
            </a:r>
            <a:endParaRPr sz="1104">
              <a:latin typeface="Inter"/>
              <a:ea typeface="Inter"/>
              <a:cs typeface="Inter"/>
              <a:sym typeface="Inter"/>
            </a:endParaRPr>
          </a:p>
        </p:txBody>
      </p:sp>
      <p:sp>
        <p:nvSpPr>
          <p:cNvPr id="507" name="Google Shape;507;p51"/>
          <p:cNvSpPr/>
          <p:nvPr/>
        </p:nvSpPr>
        <p:spPr>
          <a:xfrm>
            <a:off x="6027475" y="3915258"/>
            <a:ext cx="446700" cy="437100"/>
          </a:xfrm>
          <a:prstGeom prst="rect">
            <a:avLst/>
          </a:prstGeom>
          <a:solidFill>
            <a:schemeClr val="lt2"/>
          </a:solidFill>
          <a:ln cap="flat" cmpd="sng" w="7500">
            <a:solidFill>
              <a:schemeClr val="dk2"/>
            </a:solidFill>
            <a:prstDash val="solid"/>
            <a:round/>
            <a:headEnd len="sm" w="sm" type="none"/>
            <a:tailEnd len="sm" w="sm" type="none"/>
          </a:ln>
        </p:spPr>
        <p:txBody>
          <a:bodyPr anchorCtr="0" anchor="ctr" bIns="72125" lIns="72125" spcFirstLastPara="1" rIns="72125" wrap="square" tIns="72125">
            <a:noAutofit/>
          </a:bodyPr>
          <a:lstStyle/>
          <a:p>
            <a:pPr indent="0" lvl="0" marL="0" rtl="0" algn="ctr">
              <a:spcBef>
                <a:spcPts val="0"/>
              </a:spcBef>
              <a:spcAft>
                <a:spcPts val="0"/>
              </a:spcAft>
              <a:buNone/>
            </a:pPr>
            <a:r>
              <a:t/>
            </a:r>
            <a:endParaRPr sz="1104">
              <a:latin typeface="Inter"/>
              <a:ea typeface="Inter"/>
              <a:cs typeface="Inter"/>
              <a:sym typeface="Inter"/>
            </a:endParaRPr>
          </a:p>
        </p:txBody>
      </p:sp>
      <p:sp>
        <p:nvSpPr>
          <p:cNvPr id="508" name="Google Shape;508;p51"/>
          <p:cNvSpPr/>
          <p:nvPr/>
        </p:nvSpPr>
        <p:spPr>
          <a:xfrm>
            <a:off x="6552619" y="3915258"/>
            <a:ext cx="446700" cy="437100"/>
          </a:xfrm>
          <a:prstGeom prst="rect">
            <a:avLst/>
          </a:prstGeom>
          <a:solidFill>
            <a:schemeClr val="lt2"/>
          </a:solidFill>
          <a:ln cap="flat" cmpd="sng" w="7500">
            <a:solidFill>
              <a:schemeClr val="dk2"/>
            </a:solidFill>
            <a:prstDash val="solid"/>
            <a:round/>
            <a:headEnd len="sm" w="sm" type="none"/>
            <a:tailEnd len="sm" w="sm" type="none"/>
          </a:ln>
        </p:spPr>
        <p:txBody>
          <a:bodyPr anchorCtr="0" anchor="ctr" bIns="72125" lIns="72125" spcFirstLastPara="1" rIns="72125" wrap="square" tIns="72125">
            <a:noAutofit/>
          </a:bodyPr>
          <a:lstStyle/>
          <a:p>
            <a:pPr indent="0" lvl="0" marL="0" rtl="0" algn="ctr">
              <a:spcBef>
                <a:spcPts val="0"/>
              </a:spcBef>
              <a:spcAft>
                <a:spcPts val="0"/>
              </a:spcAft>
              <a:buNone/>
            </a:pPr>
            <a:r>
              <a:t/>
            </a:r>
            <a:endParaRPr sz="1104">
              <a:latin typeface="Inter"/>
              <a:ea typeface="Inter"/>
              <a:cs typeface="Inter"/>
              <a:sym typeface="Inter"/>
            </a:endParaRPr>
          </a:p>
        </p:txBody>
      </p:sp>
      <p:sp>
        <p:nvSpPr>
          <p:cNvPr id="509" name="Google Shape;509;p51"/>
          <p:cNvSpPr/>
          <p:nvPr/>
        </p:nvSpPr>
        <p:spPr>
          <a:xfrm>
            <a:off x="7069031" y="3399749"/>
            <a:ext cx="446700" cy="446700"/>
          </a:xfrm>
          <a:prstGeom prst="rect">
            <a:avLst/>
          </a:prstGeom>
          <a:solidFill>
            <a:schemeClr val="lt2"/>
          </a:solidFill>
          <a:ln cap="flat" cmpd="sng" w="7500">
            <a:solidFill>
              <a:schemeClr val="dk2"/>
            </a:solidFill>
            <a:prstDash val="solid"/>
            <a:round/>
            <a:headEnd len="sm" w="sm" type="none"/>
            <a:tailEnd len="sm" w="sm" type="none"/>
          </a:ln>
        </p:spPr>
        <p:txBody>
          <a:bodyPr anchorCtr="0" anchor="ctr" bIns="72125" lIns="72125" spcFirstLastPara="1" rIns="72125" wrap="square" tIns="72125">
            <a:noAutofit/>
          </a:bodyPr>
          <a:lstStyle/>
          <a:p>
            <a:pPr indent="0" lvl="0" marL="0" rtl="0" algn="ctr">
              <a:spcBef>
                <a:spcPts val="0"/>
              </a:spcBef>
              <a:spcAft>
                <a:spcPts val="0"/>
              </a:spcAft>
              <a:buNone/>
            </a:pPr>
            <a:r>
              <a:t/>
            </a:r>
            <a:endParaRPr sz="1104">
              <a:latin typeface="Inter"/>
              <a:ea typeface="Inter"/>
              <a:cs typeface="Inter"/>
              <a:sym typeface="Inter"/>
            </a:endParaRPr>
          </a:p>
        </p:txBody>
      </p:sp>
      <p:sp>
        <p:nvSpPr>
          <p:cNvPr id="510" name="Google Shape;510;p51"/>
          <p:cNvSpPr/>
          <p:nvPr/>
        </p:nvSpPr>
        <p:spPr>
          <a:xfrm>
            <a:off x="7069006" y="3910449"/>
            <a:ext cx="446700" cy="446700"/>
          </a:xfrm>
          <a:prstGeom prst="rect">
            <a:avLst/>
          </a:prstGeom>
          <a:solidFill>
            <a:schemeClr val="lt2"/>
          </a:solidFill>
          <a:ln cap="flat" cmpd="sng" w="7500">
            <a:solidFill>
              <a:schemeClr val="dk2"/>
            </a:solidFill>
            <a:prstDash val="solid"/>
            <a:round/>
            <a:headEnd len="sm" w="sm" type="none"/>
            <a:tailEnd len="sm" w="sm" type="none"/>
          </a:ln>
        </p:spPr>
        <p:txBody>
          <a:bodyPr anchorCtr="0" anchor="ctr" bIns="72125" lIns="72125" spcFirstLastPara="1" rIns="72125" wrap="square" tIns="72125">
            <a:noAutofit/>
          </a:bodyPr>
          <a:lstStyle/>
          <a:p>
            <a:pPr indent="0" lvl="0" marL="0" rtl="0" algn="ctr">
              <a:spcBef>
                <a:spcPts val="0"/>
              </a:spcBef>
              <a:spcAft>
                <a:spcPts val="0"/>
              </a:spcAft>
              <a:buNone/>
            </a:pPr>
            <a:r>
              <a:t/>
            </a:r>
            <a:endParaRPr sz="1104">
              <a:latin typeface="Inter"/>
              <a:ea typeface="Inter"/>
              <a:cs typeface="Inter"/>
              <a:sym typeface="Inter"/>
            </a:endParaRPr>
          </a:p>
        </p:txBody>
      </p:sp>
      <p:sp>
        <p:nvSpPr>
          <p:cNvPr id="511" name="Google Shape;511;p51"/>
          <p:cNvSpPr txBox="1"/>
          <p:nvPr/>
        </p:nvSpPr>
        <p:spPr>
          <a:xfrm>
            <a:off x="2255100" y="3037700"/>
            <a:ext cx="446700" cy="28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Inter"/>
                <a:ea typeface="Inter"/>
                <a:cs typeface="Inter"/>
                <a:sym typeface="Inter"/>
              </a:rPr>
              <a:t>*2</a:t>
            </a:r>
            <a:endParaRPr sz="1100">
              <a:solidFill>
                <a:schemeClr val="lt1"/>
              </a:solidFill>
              <a:latin typeface="Inter"/>
              <a:ea typeface="Inter"/>
              <a:cs typeface="Inter"/>
              <a:sym typeface="Inter"/>
            </a:endParaRPr>
          </a:p>
        </p:txBody>
      </p:sp>
      <p:sp>
        <p:nvSpPr>
          <p:cNvPr id="512" name="Google Shape;512;p51"/>
          <p:cNvSpPr txBox="1"/>
          <p:nvPr/>
        </p:nvSpPr>
        <p:spPr>
          <a:xfrm>
            <a:off x="4428875" y="3003674"/>
            <a:ext cx="446700" cy="28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Inter"/>
                <a:ea typeface="Inter"/>
                <a:cs typeface="Inter"/>
                <a:sym typeface="Inter"/>
              </a:rPr>
              <a:t>*3</a:t>
            </a:r>
            <a:endParaRPr sz="1100">
              <a:solidFill>
                <a:schemeClr val="lt1"/>
              </a:solidFill>
              <a:latin typeface="Inter"/>
              <a:ea typeface="Inter"/>
              <a:cs typeface="Inter"/>
              <a:sym typeface="Inter"/>
            </a:endParaRPr>
          </a:p>
        </p:txBody>
      </p:sp>
      <p:sp>
        <p:nvSpPr>
          <p:cNvPr id="513" name="Google Shape;513;p51"/>
          <p:cNvSpPr txBox="1"/>
          <p:nvPr/>
        </p:nvSpPr>
        <p:spPr>
          <a:xfrm>
            <a:off x="6602650" y="3003650"/>
            <a:ext cx="336900" cy="28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Inter"/>
                <a:ea typeface="Inter"/>
                <a:cs typeface="Inter"/>
                <a:sym typeface="Inter"/>
              </a:rPr>
              <a:t>*</a:t>
            </a:r>
            <a:r>
              <a:rPr lang="en" sz="1100">
                <a:solidFill>
                  <a:schemeClr val="lt1"/>
                </a:solidFill>
                <a:latin typeface="Inter"/>
                <a:ea typeface="Inter"/>
                <a:cs typeface="Inter"/>
                <a:sym typeface="Inter"/>
              </a:rPr>
              <a:t>1</a:t>
            </a:r>
            <a:endParaRPr sz="1100">
              <a:solidFill>
                <a:schemeClr val="lt1"/>
              </a:solidFill>
              <a:latin typeface="Inter"/>
              <a:ea typeface="Inter"/>
              <a:cs typeface="Inter"/>
              <a:sym typeface="Inter"/>
            </a:endParaRPr>
          </a:p>
        </p:txBody>
      </p:sp>
      <p:sp>
        <p:nvSpPr>
          <p:cNvPr id="514" name="Google Shape;514;p51"/>
          <p:cNvSpPr/>
          <p:nvPr/>
        </p:nvSpPr>
        <p:spPr>
          <a:xfrm>
            <a:off x="5833375" y="1365950"/>
            <a:ext cx="1885200" cy="1339800"/>
          </a:xfrm>
          <a:prstGeom prst="roundRect">
            <a:avLst>
              <a:gd fmla="val 12219"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Plus Jakarta Sans"/>
                <a:ea typeface="Plus Jakarta Sans"/>
                <a:cs typeface="Plus Jakarta Sans"/>
                <a:sym typeface="Plus Jakarta Sans"/>
              </a:rPr>
              <a:t> </a:t>
            </a:r>
            <a:endParaRPr>
              <a:solidFill>
                <a:schemeClr val="dk1"/>
              </a:solidFill>
              <a:latin typeface="Plus Jakarta Sans"/>
              <a:ea typeface="Plus Jakarta Sans"/>
              <a:cs typeface="Plus Jakarta Sans"/>
              <a:sym typeface="Plus Jakarta Sans"/>
            </a:endParaRPr>
          </a:p>
        </p:txBody>
      </p:sp>
      <p:sp>
        <p:nvSpPr>
          <p:cNvPr id="515" name="Google Shape;515;p51"/>
          <p:cNvSpPr/>
          <p:nvPr/>
        </p:nvSpPr>
        <p:spPr>
          <a:xfrm>
            <a:off x="1476075" y="1365950"/>
            <a:ext cx="1885200" cy="1339800"/>
          </a:xfrm>
          <a:prstGeom prst="roundRect">
            <a:avLst>
              <a:gd fmla="val 12219"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Plus Jakarta Sans"/>
                <a:ea typeface="Plus Jakarta Sans"/>
                <a:cs typeface="Plus Jakarta Sans"/>
                <a:sym typeface="Plus Jakarta Sans"/>
              </a:rPr>
              <a:t> </a:t>
            </a:r>
            <a:endParaRPr>
              <a:solidFill>
                <a:schemeClr val="dk1"/>
              </a:solidFill>
              <a:latin typeface="Plus Jakarta Sans"/>
              <a:ea typeface="Plus Jakarta Sans"/>
              <a:cs typeface="Plus Jakarta Sans"/>
              <a:sym typeface="Plus Jakarta Sans"/>
            </a:endParaRPr>
          </a:p>
        </p:txBody>
      </p:sp>
      <p:sp>
        <p:nvSpPr>
          <p:cNvPr id="516" name="Google Shape;516;p51"/>
          <p:cNvSpPr/>
          <p:nvPr/>
        </p:nvSpPr>
        <p:spPr>
          <a:xfrm>
            <a:off x="3654725" y="1365950"/>
            <a:ext cx="1885200" cy="1339800"/>
          </a:xfrm>
          <a:prstGeom prst="roundRect">
            <a:avLst>
              <a:gd fmla="val 12219"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Plus Jakarta Sans"/>
                <a:ea typeface="Plus Jakarta Sans"/>
                <a:cs typeface="Plus Jakarta Sans"/>
                <a:sym typeface="Plus Jakarta Sans"/>
              </a:rPr>
              <a:t> </a:t>
            </a:r>
            <a:endParaRPr>
              <a:solidFill>
                <a:schemeClr val="dk1"/>
              </a:solidFill>
              <a:latin typeface="Plus Jakarta Sans"/>
              <a:ea typeface="Plus Jakarta Sans"/>
              <a:cs typeface="Plus Jakarta Sans"/>
              <a:sym typeface="Plus Jakarta Sans"/>
            </a:endParaRPr>
          </a:p>
        </p:txBody>
      </p:sp>
      <p:sp>
        <p:nvSpPr>
          <p:cNvPr id="517" name="Google Shape;517;p51"/>
          <p:cNvSpPr/>
          <p:nvPr/>
        </p:nvSpPr>
        <p:spPr>
          <a:xfrm>
            <a:off x="1683289" y="1631074"/>
            <a:ext cx="446700" cy="446700"/>
          </a:xfrm>
          <a:prstGeom prst="rect">
            <a:avLst/>
          </a:prstGeom>
          <a:solidFill>
            <a:schemeClr val="lt1"/>
          </a:solidFill>
          <a:ln cap="flat" cmpd="sng" w="7500">
            <a:solidFill>
              <a:schemeClr val="dk2"/>
            </a:solidFill>
            <a:prstDash val="solid"/>
            <a:round/>
            <a:headEnd len="sm" w="sm" type="none"/>
            <a:tailEnd len="sm" w="sm" type="none"/>
          </a:ln>
        </p:spPr>
        <p:txBody>
          <a:bodyPr anchorCtr="0" anchor="ctr" bIns="72125" lIns="72125" spcFirstLastPara="1" rIns="72125" wrap="square" tIns="72125">
            <a:noAutofit/>
          </a:bodyPr>
          <a:lstStyle/>
          <a:p>
            <a:pPr indent="0" lvl="0" marL="0" rtl="0" algn="ctr">
              <a:spcBef>
                <a:spcPts val="0"/>
              </a:spcBef>
              <a:spcAft>
                <a:spcPts val="0"/>
              </a:spcAft>
              <a:buNone/>
            </a:pPr>
            <a:r>
              <a:t/>
            </a:r>
            <a:endParaRPr sz="1104">
              <a:latin typeface="Inter"/>
              <a:ea typeface="Inter"/>
              <a:cs typeface="Inter"/>
              <a:sym typeface="Inter"/>
            </a:endParaRPr>
          </a:p>
        </p:txBody>
      </p:sp>
      <p:sp>
        <p:nvSpPr>
          <p:cNvPr id="518" name="Google Shape;518;p51"/>
          <p:cNvSpPr/>
          <p:nvPr/>
        </p:nvSpPr>
        <p:spPr>
          <a:xfrm>
            <a:off x="2199694" y="1631074"/>
            <a:ext cx="446700" cy="446700"/>
          </a:xfrm>
          <a:prstGeom prst="rect">
            <a:avLst/>
          </a:prstGeom>
          <a:solidFill>
            <a:schemeClr val="accent3"/>
          </a:solidFill>
          <a:ln cap="flat" cmpd="sng" w="7500">
            <a:solidFill>
              <a:schemeClr val="dk2"/>
            </a:solidFill>
            <a:prstDash val="solid"/>
            <a:round/>
            <a:headEnd len="sm" w="sm" type="none"/>
            <a:tailEnd len="sm" w="sm" type="none"/>
          </a:ln>
        </p:spPr>
        <p:txBody>
          <a:bodyPr anchorCtr="0" anchor="ctr" bIns="72125" lIns="72125" spcFirstLastPara="1" rIns="72125" wrap="square" tIns="72125">
            <a:noAutofit/>
          </a:bodyPr>
          <a:lstStyle/>
          <a:p>
            <a:pPr indent="0" lvl="0" marL="0" rtl="0" algn="ctr">
              <a:spcBef>
                <a:spcPts val="0"/>
              </a:spcBef>
              <a:spcAft>
                <a:spcPts val="0"/>
              </a:spcAft>
              <a:buNone/>
            </a:pPr>
            <a:r>
              <a:t/>
            </a:r>
            <a:endParaRPr sz="1104">
              <a:latin typeface="Inter"/>
              <a:ea typeface="Inter"/>
              <a:cs typeface="Inter"/>
              <a:sym typeface="Inter"/>
            </a:endParaRPr>
          </a:p>
        </p:txBody>
      </p:sp>
      <p:sp>
        <p:nvSpPr>
          <p:cNvPr id="519" name="Google Shape;519;p51"/>
          <p:cNvSpPr/>
          <p:nvPr/>
        </p:nvSpPr>
        <p:spPr>
          <a:xfrm>
            <a:off x="1674550" y="2146583"/>
            <a:ext cx="446700" cy="437100"/>
          </a:xfrm>
          <a:prstGeom prst="rect">
            <a:avLst/>
          </a:prstGeom>
          <a:solidFill>
            <a:schemeClr val="accent3"/>
          </a:solidFill>
          <a:ln cap="flat" cmpd="sng" w="7500">
            <a:solidFill>
              <a:schemeClr val="dk2"/>
            </a:solidFill>
            <a:prstDash val="solid"/>
            <a:round/>
            <a:headEnd len="sm" w="sm" type="none"/>
            <a:tailEnd len="sm" w="sm" type="none"/>
          </a:ln>
        </p:spPr>
        <p:txBody>
          <a:bodyPr anchorCtr="0" anchor="ctr" bIns="72125" lIns="72125" spcFirstLastPara="1" rIns="72125" wrap="square" tIns="72125">
            <a:noAutofit/>
          </a:bodyPr>
          <a:lstStyle/>
          <a:p>
            <a:pPr indent="0" lvl="0" marL="0" rtl="0" algn="ctr">
              <a:spcBef>
                <a:spcPts val="0"/>
              </a:spcBef>
              <a:spcAft>
                <a:spcPts val="0"/>
              </a:spcAft>
              <a:buNone/>
            </a:pPr>
            <a:r>
              <a:t/>
            </a:r>
            <a:endParaRPr sz="1104">
              <a:latin typeface="Inter"/>
              <a:ea typeface="Inter"/>
              <a:cs typeface="Inter"/>
              <a:sym typeface="Inter"/>
            </a:endParaRPr>
          </a:p>
        </p:txBody>
      </p:sp>
      <p:sp>
        <p:nvSpPr>
          <p:cNvPr id="520" name="Google Shape;520;p51"/>
          <p:cNvSpPr/>
          <p:nvPr/>
        </p:nvSpPr>
        <p:spPr>
          <a:xfrm>
            <a:off x="2199694" y="2146583"/>
            <a:ext cx="446700" cy="437100"/>
          </a:xfrm>
          <a:prstGeom prst="rect">
            <a:avLst/>
          </a:prstGeom>
          <a:solidFill>
            <a:schemeClr val="accent3"/>
          </a:solidFill>
          <a:ln cap="flat" cmpd="sng" w="7500">
            <a:solidFill>
              <a:schemeClr val="dk2"/>
            </a:solidFill>
            <a:prstDash val="solid"/>
            <a:round/>
            <a:headEnd len="sm" w="sm" type="none"/>
            <a:tailEnd len="sm" w="sm" type="none"/>
          </a:ln>
        </p:spPr>
        <p:txBody>
          <a:bodyPr anchorCtr="0" anchor="ctr" bIns="72125" lIns="72125" spcFirstLastPara="1" rIns="72125" wrap="square" tIns="72125">
            <a:noAutofit/>
          </a:bodyPr>
          <a:lstStyle/>
          <a:p>
            <a:pPr indent="0" lvl="0" marL="0" rtl="0" algn="ctr">
              <a:spcBef>
                <a:spcPts val="0"/>
              </a:spcBef>
              <a:spcAft>
                <a:spcPts val="0"/>
              </a:spcAft>
              <a:buNone/>
            </a:pPr>
            <a:r>
              <a:t/>
            </a:r>
            <a:endParaRPr sz="1104">
              <a:latin typeface="Inter"/>
              <a:ea typeface="Inter"/>
              <a:cs typeface="Inter"/>
              <a:sym typeface="Inter"/>
            </a:endParaRPr>
          </a:p>
        </p:txBody>
      </p:sp>
      <p:sp>
        <p:nvSpPr>
          <p:cNvPr id="521" name="Google Shape;521;p51"/>
          <p:cNvSpPr/>
          <p:nvPr/>
        </p:nvSpPr>
        <p:spPr>
          <a:xfrm>
            <a:off x="2716106" y="1631074"/>
            <a:ext cx="446700" cy="446700"/>
          </a:xfrm>
          <a:prstGeom prst="rect">
            <a:avLst/>
          </a:prstGeom>
          <a:solidFill>
            <a:schemeClr val="accent3"/>
          </a:solidFill>
          <a:ln cap="flat" cmpd="sng" w="7500">
            <a:solidFill>
              <a:schemeClr val="dk2"/>
            </a:solidFill>
            <a:prstDash val="solid"/>
            <a:round/>
            <a:headEnd len="sm" w="sm" type="none"/>
            <a:tailEnd len="sm" w="sm" type="none"/>
          </a:ln>
        </p:spPr>
        <p:txBody>
          <a:bodyPr anchorCtr="0" anchor="ctr" bIns="72125" lIns="72125" spcFirstLastPara="1" rIns="72125" wrap="square" tIns="72125">
            <a:noAutofit/>
          </a:bodyPr>
          <a:lstStyle/>
          <a:p>
            <a:pPr indent="0" lvl="0" marL="0" rtl="0" algn="ctr">
              <a:spcBef>
                <a:spcPts val="0"/>
              </a:spcBef>
              <a:spcAft>
                <a:spcPts val="0"/>
              </a:spcAft>
              <a:buNone/>
            </a:pPr>
            <a:r>
              <a:t/>
            </a:r>
            <a:endParaRPr sz="1104">
              <a:latin typeface="Inter"/>
              <a:ea typeface="Inter"/>
              <a:cs typeface="Inter"/>
              <a:sym typeface="Inter"/>
            </a:endParaRPr>
          </a:p>
        </p:txBody>
      </p:sp>
      <p:sp>
        <p:nvSpPr>
          <p:cNvPr id="522" name="Google Shape;522;p51"/>
          <p:cNvSpPr/>
          <p:nvPr/>
        </p:nvSpPr>
        <p:spPr>
          <a:xfrm>
            <a:off x="2716081" y="2141774"/>
            <a:ext cx="446700" cy="446700"/>
          </a:xfrm>
          <a:prstGeom prst="rect">
            <a:avLst/>
          </a:prstGeom>
          <a:solidFill>
            <a:schemeClr val="lt2"/>
          </a:solidFill>
          <a:ln cap="flat" cmpd="sng" w="7500">
            <a:solidFill>
              <a:schemeClr val="dk2"/>
            </a:solidFill>
            <a:prstDash val="solid"/>
            <a:round/>
            <a:headEnd len="sm" w="sm" type="none"/>
            <a:tailEnd len="sm" w="sm" type="none"/>
          </a:ln>
        </p:spPr>
        <p:txBody>
          <a:bodyPr anchorCtr="0" anchor="ctr" bIns="72125" lIns="72125" spcFirstLastPara="1" rIns="72125" wrap="square" tIns="72125">
            <a:noAutofit/>
          </a:bodyPr>
          <a:lstStyle/>
          <a:p>
            <a:pPr indent="0" lvl="0" marL="0" rtl="0" algn="ctr">
              <a:spcBef>
                <a:spcPts val="0"/>
              </a:spcBef>
              <a:spcAft>
                <a:spcPts val="0"/>
              </a:spcAft>
              <a:buNone/>
            </a:pPr>
            <a:r>
              <a:t/>
            </a:r>
            <a:endParaRPr sz="1104">
              <a:latin typeface="Inter"/>
              <a:ea typeface="Inter"/>
              <a:cs typeface="Inter"/>
              <a:sym typeface="Inter"/>
            </a:endParaRPr>
          </a:p>
        </p:txBody>
      </p:sp>
      <p:sp>
        <p:nvSpPr>
          <p:cNvPr id="523" name="Google Shape;523;p51"/>
          <p:cNvSpPr/>
          <p:nvPr/>
        </p:nvSpPr>
        <p:spPr>
          <a:xfrm>
            <a:off x="3861939" y="1557149"/>
            <a:ext cx="446700" cy="446700"/>
          </a:xfrm>
          <a:prstGeom prst="rect">
            <a:avLst/>
          </a:prstGeom>
          <a:solidFill>
            <a:schemeClr val="lt2"/>
          </a:solidFill>
          <a:ln cap="flat" cmpd="sng" w="7500">
            <a:solidFill>
              <a:schemeClr val="dk2"/>
            </a:solidFill>
            <a:prstDash val="solid"/>
            <a:round/>
            <a:headEnd len="sm" w="sm" type="none"/>
            <a:tailEnd len="sm" w="sm" type="none"/>
          </a:ln>
        </p:spPr>
        <p:txBody>
          <a:bodyPr anchorCtr="0" anchor="ctr" bIns="72125" lIns="72125" spcFirstLastPara="1" rIns="72125" wrap="square" tIns="72125">
            <a:noAutofit/>
          </a:bodyPr>
          <a:lstStyle/>
          <a:p>
            <a:pPr indent="0" lvl="0" marL="0" rtl="0" algn="ctr">
              <a:spcBef>
                <a:spcPts val="0"/>
              </a:spcBef>
              <a:spcAft>
                <a:spcPts val="0"/>
              </a:spcAft>
              <a:buNone/>
            </a:pPr>
            <a:r>
              <a:t/>
            </a:r>
            <a:endParaRPr sz="1104">
              <a:latin typeface="Inter"/>
              <a:ea typeface="Inter"/>
              <a:cs typeface="Inter"/>
              <a:sym typeface="Inter"/>
            </a:endParaRPr>
          </a:p>
        </p:txBody>
      </p:sp>
      <p:sp>
        <p:nvSpPr>
          <p:cNvPr id="524" name="Google Shape;524;p51"/>
          <p:cNvSpPr/>
          <p:nvPr/>
        </p:nvSpPr>
        <p:spPr>
          <a:xfrm>
            <a:off x="4378344" y="1557149"/>
            <a:ext cx="446700" cy="446700"/>
          </a:xfrm>
          <a:prstGeom prst="rect">
            <a:avLst/>
          </a:prstGeom>
          <a:solidFill>
            <a:schemeClr val="accent3"/>
          </a:solidFill>
          <a:ln cap="flat" cmpd="sng" w="7500">
            <a:solidFill>
              <a:schemeClr val="dk2"/>
            </a:solidFill>
            <a:prstDash val="solid"/>
            <a:round/>
            <a:headEnd len="sm" w="sm" type="none"/>
            <a:tailEnd len="sm" w="sm" type="none"/>
          </a:ln>
        </p:spPr>
        <p:txBody>
          <a:bodyPr anchorCtr="0" anchor="ctr" bIns="72125" lIns="72125" spcFirstLastPara="1" rIns="72125" wrap="square" tIns="72125">
            <a:noAutofit/>
          </a:bodyPr>
          <a:lstStyle/>
          <a:p>
            <a:pPr indent="0" lvl="0" marL="0" rtl="0" algn="ctr">
              <a:spcBef>
                <a:spcPts val="0"/>
              </a:spcBef>
              <a:spcAft>
                <a:spcPts val="0"/>
              </a:spcAft>
              <a:buNone/>
            </a:pPr>
            <a:r>
              <a:t/>
            </a:r>
            <a:endParaRPr sz="1104">
              <a:latin typeface="Inter"/>
              <a:ea typeface="Inter"/>
              <a:cs typeface="Inter"/>
              <a:sym typeface="Inter"/>
            </a:endParaRPr>
          </a:p>
        </p:txBody>
      </p:sp>
      <p:sp>
        <p:nvSpPr>
          <p:cNvPr id="525" name="Google Shape;525;p51"/>
          <p:cNvSpPr/>
          <p:nvPr/>
        </p:nvSpPr>
        <p:spPr>
          <a:xfrm>
            <a:off x="3853200" y="2072658"/>
            <a:ext cx="446700" cy="437100"/>
          </a:xfrm>
          <a:prstGeom prst="rect">
            <a:avLst/>
          </a:prstGeom>
          <a:solidFill>
            <a:schemeClr val="accent3"/>
          </a:solidFill>
          <a:ln cap="flat" cmpd="sng" w="7500">
            <a:solidFill>
              <a:schemeClr val="dk2"/>
            </a:solidFill>
            <a:prstDash val="solid"/>
            <a:round/>
            <a:headEnd len="sm" w="sm" type="none"/>
            <a:tailEnd len="sm" w="sm" type="none"/>
          </a:ln>
        </p:spPr>
        <p:txBody>
          <a:bodyPr anchorCtr="0" anchor="ctr" bIns="72125" lIns="72125" spcFirstLastPara="1" rIns="72125" wrap="square" tIns="72125">
            <a:noAutofit/>
          </a:bodyPr>
          <a:lstStyle/>
          <a:p>
            <a:pPr indent="0" lvl="0" marL="0" rtl="0" algn="ctr">
              <a:spcBef>
                <a:spcPts val="0"/>
              </a:spcBef>
              <a:spcAft>
                <a:spcPts val="0"/>
              </a:spcAft>
              <a:buNone/>
            </a:pPr>
            <a:r>
              <a:t/>
            </a:r>
            <a:endParaRPr sz="1104">
              <a:latin typeface="Inter"/>
              <a:ea typeface="Inter"/>
              <a:cs typeface="Inter"/>
              <a:sym typeface="Inter"/>
            </a:endParaRPr>
          </a:p>
        </p:txBody>
      </p:sp>
      <p:sp>
        <p:nvSpPr>
          <p:cNvPr id="526" name="Google Shape;526;p51"/>
          <p:cNvSpPr/>
          <p:nvPr/>
        </p:nvSpPr>
        <p:spPr>
          <a:xfrm>
            <a:off x="4378344" y="2072658"/>
            <a:ext cx="446700" cy="437100"/>
          </a:xfrm>
          <a:prstGeom prst="rect">
            <a:avLst/>
          </a:prstGeom>
          <a:solidFill>
            <a:schemeClr val="accent3"/>
          </a:solidFill>
          <a:ln cap="flat" cmpd="sng" w="7500">
            <a:solidFill>
              <a:schemeClr val="dk2"/>
            </a:solidFill>
            <a:prstDash val="solid"/>
            <a:round/>
            <a:headEnd len="sm" w="sm" type="none"/>
            <a:tailEnd len="sm" w="sm" type="none"/>
          </a:ln>
        </p:spPr>
        <p:txBody>
          <a:bodyPr anchorCtr="0" anchor="ctr" bIns="72125" lIns="72125" spcFirstLastPara="1" rIns="72125" wrap="square" tIns="72125">
            <a:noAutofit/>
          </a:bodyPr>
          <a:lstStyle/>
          <a:p>
            <a:pPr indent="0" lvl="0" marL="0" rtl="0" algn="ctr">
              <a:spcBef>
                <a:spcPts val="0"/>
              </a:spcBef>
              <a:spcAft>
                <a:spcPts val="0"/>
              </a:spcAft>
              <a:buNone/>
            </a:pPr>
            <a:r>
              <a:t/>
            </a:r>
            <a:endParaRPr sz="1104">
              <a:latin typeface="Inter"/>
              <a:ea typeface="Inter"/>
              <a:cs typeface="Inter"/>
              <a:sym typeface="Inter"/>
            </a:endParaRPr>
          </a:p>
        </p:txBody>
      </p:sp>
      <p:sp>
        <p:nvSpPr>
          <p:cNvPr id="527" name="Google Shape;527;p51"/>
          <p:cNvSpPr/>
          <p:nvPr/>
        </p:nvSpPr>
        <p:spPr>
          <a:xfrm>
            <a:off x="4894756" y="1557149"/>
            <a:ext cx="446700" cy="446700"/>
          </a:xfrm>
          <a:prstGeom prst="rect">
            <a:avLst/>
          </a:prstGeom>
          <a:solidFill>
            <a:schemeClr val="lt2"/>
          </a:solidFill>
          <a:ln cap="flat" cmpd="sng" w="7500">
            <a:solidFill>
              <a:schemeClr val="dk2"/>
            </a:solidFill>
            <a:prstDash val="solid"/>
            <a:round/>
            <a:headEnd len="sm" w="sm" type="none"/>
            <a:tailEnd len="sm" w="sm" type="none"/>
          </a:ln>
        </p:spPr>
        <p:txBody>
          <a:bodyPr anchorCtr="0" anchor="ctr" bIns="72125" lIns="72125" spcFirstLastPara="1" rIns="72125" wrap="square" tIns="72125">
            <a:noAutofit/>
          </a:bodyPr>
          <a:lstStyle/>
          <a:p>
            <a:pPr indent="0" lvl="0" marL="0" rtl="0" algn="ctr">
              <a:spcBef>
                <a:spcPts val="0"/>
              </a:spcBef>
              <a:spcAft>
                <a:spcPts val="0"/>
              </a:spcAft>
              <a:buNone/>
            </a:pPr>
            <a:r>
              <a:t/>
            </a:r>
            <a:endParaRPr sz="1104">
              <a:latin typeface="Inter"/>
              <a:ea typeface="Inter"/>
              <a:cs typeface="Inter"/>
              <a:sym typeface="Inter"/>
            </a:endParaRPr>
          </a:p>
        </p:txBody>
      </p:sp>
      <p:sp>
        <p:nvSpPr>
          <p:cNvPr id="528" name="Google Shape;528;p51"/>
          <p:cNvSpPr/>
          <p:nvPr/>
        </p:nvSpPr>
        <p:spPr>
          <a:xfrm>
            <a:off x="4894731" y="2067849"/>
            <a:ext cx="446700" cy="446700"/>
          </a:xfrm>
          <a:prstGeom prst="rect">
            <a:avLst/>
          </a:prstGeom>
          <a:solidFill>
            <a:schemeClr val="accent3"/>
          </a:solidFill>
          <a:ln cap="flat" cmpd="sng" w="7500">
            <a:solidFill>
              <a:schemeClr val="dk2"/>
            </a:solidFill>
            <a:prstDash val="solid"/>
            <a:round/>
            <a:headEnd len="sm" w="sm" type="none"/>
            <a:tailEnd len="sm" w="sm" type="none"/>
          </a:ln>
        </p:spPr>
        <p:txBody>
          <a:bodyPr anchorCtr="0" anchor="ctr" bIns="72125" lIns="72125" spcFirstLastPara="1" rIns="72125" wrap="square" tIns="72125">
            <a:noAutofit/>
          </a:bodyPr>
          <a:lstStyle/>
          <a:p>
            <a:pPr indent="0" lvl="0" marL="0" rtl="0" algn="ctr">
              <a:spcBef>
                <a:spcPts val="0"/>
              </a:spcBef>
              <a:spcAft>
                <a:spcPts val="0"/>
              </a:spcAft>
              <a:buNone/>
            </a:pPr>
            <a:r>
              <a:t/>
            </a:r>
            <a:endParaRPr sz="1104">
              <a:latin typeface="Inter"/>
              <a:ea typeface="Inter"/>
              <a:cs typeface="Inter"/>
              <a:sym typeface="Inter"/>
            </a:endParaRPr>
          </a:p>
        </p:txBody>
      </p:sp>
      <p:sp>
        <p:nvSpPr>
          <p:cNvPr id="529" name="Google Shape;529;p51"/>
          <p:cNvSpPr/>
          <p:nvPr/>
        </p:nvSpPr>
        <p:spPr>
          <a:xfrm>
            <a:off x="6040589" y="1557149"/>
            <a:ext cx="446700" cy="446700"/>
          </a:xfrm>
          <a:prstGeom prst="rect">
            <a:avLst/>
          </a:prstGeom>
          <a:solidFill>
            <a:schemeClr val="accent3"/>
          </a:solidFill>
          <a:ln cap="flat" cmpd="sng" w="7500">
            <a:solidFill>
              <a:schemeClr val="dk2"/>
            </a:solidFill>
            <a:prstDash val="solid"/>
            <a:round/>
            <a:headEnd len="sm" w="sm" type="none"/>
            <a:tailEnd len="sm" w="sm" type="none"/>
          </a:ln>
        </p:spPr>
        <p:txBody>
          <a:bodyPr anchorCtr="0" anchor="ctr" bIns="72125" lIns="72125" spcFirstLastPara="1" rIns="72125" wrap="square" tIns="72125">
            <a:noAutofit/>
          </a:bodyPr>
          <a:lstStyle/>
          <a:p>
            <a:pPr indent="0" lvl="0" marL="0" rtl="0" algn="ctr">
              <a:spcBef>
                <a:spcPts val="0"/>
              </a:spcBef>
              <a:spcAft>
                <a:spcPts val="0"/>
              </a:spcAft>
              <a:buNone/>
            </a:pPr>
            <a:r>
              <a:t/>
            </a:r>
            <a:endParaRPr sz="1104">
              <a:latin typeface="Inter"/>
              <a:ea typeface="Inter"/>
              <a:cs typeface="Inter"/>
              <a:sym typeface="Inter"/>
            </a:endParaRPr>
          </a:p>
        </p:txBody>
      </p:sp>
      <p:sp>
        <p:nvSpPr>
          <p:cNvPr id="530" name="Google Shape;530;p51"/>
          <p:cNvSpPr/>
          <p:nvPr/>
        </p:nvSpPr>
        <p:spPr>
          <a:xfrm>
            <a:off x="6556994" y="1557149"/>
            <a:ext cx="446700" cy="446700"/>
          </a:xfrm>
          <a:prstGeom prst="rect">
            <a:avLst/>
          </a:prstGeom>
          <a:solidFill>
            <a:schemeClr val="accent3"/>
          </a:solidFill>
          <a:ln cap="flat" cmpd="sng" w="7500">
            <a:solidFill>
              <a:schemeClr val="dk2"/>
            </a:solidFill>
            <a:prstDash val="solid"/>
            <a:round/>
            <a:headEnd len="sm" w="sm" type="none"/>
            <a:tailEnd len="sm" w="sm" type="none"/>
          </a:ln>
        </p:spPr>
        <p:txBody>
          <a:bodyPr anchorCtr="0" anchor="ctr" bIns="72125" lIns="72125" spcFirstLastPara="1" rIns="72125" wrap="square" tIns="72125">
            <a:noAutofit/>
          </a:bodyPr>
          <a:lstStyle/>
          <a:p>
            <a:pPr indent="0" lvl="0" marL="0" rtl="0" algn="ctr">
              <a:spcBef>
                <a:spcPts val="0"/>
              </a:spcBef>
              <a:spcAft>
                <a:spcPts val="0"/>
              </a:spcAft>
              <a:buNone/>
            </a:pPr>
            <a:r>
              <a:t/>
            </a:r>
            <a:endParaRPr sz="1104">
              <a:latin typeface="Inter"/>
              <a:ea typeface="Inter"/>
              <a:cs typeface="Inter"/>
              <a:sym typeface="Inter"/>
            </a:endParaRPr>
          </a:p>
        </p:txBody>
      </p:sp>
      <p:sp>
        <p:nvSpPr>
          <p:cNvPr id="531" name="Google Shape;531;p51"/>
          <p:cNvSpPr/>
          <p:nvPr/>
        </p:nvSpPr>
        <p:spPr>
          <a:xfrm>
            <a:off x="6031850" y="2072658"/>
            <a:ext cx="446700" cy="437100"/>
          </a:xfrm>
          <a:prstGeom prst="rect">
            <a:avLst/>
          </a:prstGeom>
          <a:solidFill>
            <a:schemeClr val="accent3"/>
          </a:solidFill>
          <a:ln cap="flat" cmpd="sng" w="7500">
            <a:solidFill>
              <a:schemeClr val="dk2"/>
            </a:solidFill>
            <a:prstDash val="solid"/>
            <a:round/>
            <a:headEnd len="sm" w="sm" type="none"/>
            <a:tailEnd len="sm" w="sm" type="none"/>
          </a:ln>
        </p:spPr>
        <p:txBody>
          <a:bodyPr anchorCtr="0" anchor="ctr" bIns="72125" lIns="72125" spcFirstLastPara="1" rIns="72125" wrap="square" tIns="72125">
            <a:noAutofit/>
          </a:bodyPr>
          <a:lstStyle/>
          <a:p>
            <a:pPr indent="0" lvl="0" marL="0" rtl="0" algn="ctr">
              <a:spcBef>
                <a:spcPts val="0"/>
              </a:spcBef>
              <a:spcAft>
                <a:spcPts val="0"/>
              </a:spcAft>
              <a:buNone/>
            </a:pPr>
            <a:r>
              <a:t/>
            </a:r>
            <a:endParaRPr sz="1104">
              <a:latin typeface="Inter"/>
              <a:ea typeface="Inter"/>
              <a:cs typeface="Inter"/>
              <a:sym typeface="Inter"/>
            </a:endParaRPr>
          </a:p>
        </p:txBody>
      </p:sp>
      <p:sp>
        <p:nvSpPr>
          <p:cNvPr id="532" name="Google Shape;532;p51"/>
          <p:cNvSpPr/>
          <p:nvPr/>
        </p:nvSpPr>
        <p:spPr>
          <a:xfrm>
            <a:off x="6556994" y="2072658"/>
            <a:ext cx="446700" cy="437100"/>
          </a:xfrm>
          <a:prstGeom prst="rect">
            <a:avLst/>
          </a:prstGeom>
          <a:solidFill>
            <a:schemeClr val="lt2"/>
          </a:solidFill>
          <a:ln cap="flat" cmpd="sng" w="7500">
            <a:solidFill>
              <a:schemeClr val="dk2"/>
            </a:solidFill>
            <a:prstDash val="solid"/>
            <a:round/>
            <a:headEnd len="sm" w="sm" type="none"/>
            <a:tailEnd len="sm" w="sm" type="none"/>
          </a:ln>
        </p:spPr>
        <p:txBody>
          <a:bodyPr anchorCtr="0" anchor="ctr" bIns="72125" lIns="72125" spcFirstLastPara="1" rIns="72125" wrap="square" tIns="72125">
            <a:noAutofit/>
          </a:bodyPr>
          <a:lstStyle/>
          <a:p>
            <a:pPr indent="0" lvl="0" marL="0" rtl="0" algn="ctr">
              <a:spcBef>
                <a:spcPts val="0"/>
              </a:spcBef>
              <a:spcAft>
                <a:spcPts val="0"/>
              </a:spcAft>
              <a:buNone/>
            </a:pPr>
            <a:r>
              <a:t/>
            </a:r>
            <a:endParaRPr sz="1104">
              <a:latin typeface="Inter"/>
              <a:ea typeface="Inter"/>
              <a:cs typeface="Inter"/>
              <a:sym typeface="Inter"/>
            </a:endParaRPr>
          </a:p>
        </p:txBody>
      </p:sp>
      <p:sp>
        <p:nvSpPr>
          <p:cNvPr id="533" name="Google Shape;533;p51"/>
          <p:cNvSpPr/>
          <p:nvPr/>
        </p:nvSpPr>
        <p:spPr>
          <a:xfrm>
            <a:off x="7073406" y="1557149"/>
            <a:ext cx="446700" cy="446700"/>
          </a:xfrm>
          <a:prstGeom prst="rect">
            <a:avLst/>
          </a:prstGeom>
          <a:solidFill>
            <a:schemeClr val="accent3"/>
          </a:solidFill>
          <a:ln cap="flat" cmpd="sng" w="7500">
            <a:solidFill>
              <a:schemeClr val="dk2"/>
            </a:solidFill>
            <a:prstDash val="solid"/>
            <a:round/>
            <a:headEnd len="sm" w="sm" type="none"/>
            <a:tailEnd len="sm" w="sm" type="none"/>
          </a:ln>
        </p:spPr>
        <p:txBody>
          <a:bodyPr anchorCtr="0" anchor="ctr" bIns="72125" lIns="72125" spcFirstLastPara="1" rIns="72125" wrap="square" tIns="72125">
            <a:noAutofit/>
          </a:bodyPr>
          <a:lstStyle/>
          <a:p>
            <a:pPr indent="0" lvl="0" marL="0" rtl="0" algn="ctr">
              <a:spcBef>
                <a:spcPts val="0"/>
              </a:spcBef>
              <a:spcAft>
                <a:spcPts val="0"/>
              </a:spcAft>
              <a:buNone/>
            </a:pPr>
            <a:r>
              <a:t/>
            </a:r>
            <a:endParaRPr sz="1104">
              <a:latin typeface="Inter"/>
              <a:ea typeface="Inter"/>
              <a:cs typeface="Inter"/>
              <a:sym typeface="Inter"/>
            </a:endParaRPr>
          </a:p>
        </p:txBody>
      </p:sp>
      <p:sp>
        <p:nvSpPr>
          <p:cNvPr id="534" name="Google Shape;534;p51"/>
          <p:cNvSpPr/>
          <p:nvPr/>
        </p:nvSpPr>
        <p:spPr>
          <a:xfrm>
            <a:off x="7073381" y="2067849"/>
            <a:ext cx="446700" cy="446700"/>
          </a:xfrm>
          <a:prstGeom prst="rect">
            <a:avLst/>
          </a:prstGeom>
          <a:solidFill>
            <a:schemeClr val="accent3"/>
          </a:solidFill>
          <a:ln cap="flat" cmpd="sng" w="7500">
            <a:solidFill>
              <a:schemeClr val="dk2"/>
            </a:solidFill>
            <a:prstDash val="solid"/>
            <a:round/>
            <a:headEnd len="sm" w="sm" type="none"/>
            <a:tailEnd len="sm" w="sm" type="none"/>
          </a:ln>
        </p:spPr>
        <p:txBody>
          <a:bodyPr anchorCtr="0" anchor="ctr" bIns="72125" lIns="72125" spcFirstLastPara="1" rIns="72125" wrap="square" tIns="72125">
            <a:noAutofit/>
          </a:bodyPr>
          <a:lstStyle/>
          <a:p>
            <a:pPr indent="0" lvl="0" marL="0" rtl="0" algn="ctr">
              <a:spcBef>
                <a:spcPts val="0"/>
              </a:spcBef>
              <a:spcAft>
                <a:spcPts val="0"/>
              </a:spcAft>
              <a:buNone/>
            </a:pPr>
            <a:r>
              <a:t/>
            </a:r>
            <a:endParaRPr sz="1104">
              <a:latin typeface="Inter"/>
              <a:ea typeface="Inter"/>
              <a:cs typeface="Inter"/>
              <a:sym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52"/>
          <p:cNvSpPr/>
          <p:nvPr/>
        </p:nvSpPr>
        <p:spPr>
          <a:xfrm>
            <a:off x="302550" y="722850"/>
            <a:ext cx="7286400" cy="292800"/>
          </a:xfrm>
          <a:prstGeom prst="roundRect">
            <a:avLst>
              <a:gd fmla="val 26895" name="adj"/>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000">
                <a:solidFill>
                  <a:schemeClr val="accent3"/>
                </a:solidFill>
                <a:latin typeface="Plus Jakarta Sans Medium"/>
                <a:ea typeface="Plus Jakarta Sans Medium"/>
                <a:cs typeface="Plus Jakarta Sans Medium"/>
                <a:sym typeface="Plus Jakarta Sans Medium"/>
              </a:rPr>
              <a:t>Nimbers</a:t>
            </a:r>
            <a:endParaRPr sz="3000">
              <a:solidFill>
                <a:schemeClr val="accent3"/>
              </a:solidFill>
              <a:latin typeface="Plus Jakarta Sans Medium"/>
              <a:ea typeface="Plus Jakarta Sans Medium"/>
              <a:cs typeface="Plus Jakarta Sans Medium"/>
              <a:sym typeface="Plus Jakarta Sans Medium"/>
            </a:endParaRPr>
          </a:p>
        </p:txBody>
      </p:sp>
      <p:sp>
        <p:nvSpPr>
          <p:cNvPr id="540" name="Google Shape;540;p52"/>
          <p:cNvSpPr/>
          <p:nvPr/>
        </p:nvSpPr>
        <p:spPr>
          <a:xfrm>
            <a:off x="2998891" y="1451823"/>
            <a:ext cx="899100" cy="899100"/>
          </a:xfrm>
          <a:prstGeom prst="rect">
            <a:avLst/>
          </a:prstGeom>
          <a:solidFill>
            <a:schemeClr val="lt1"/>
          </a:solidFill>
          <a:ln cap="flat" cmpd="sng" w="15075">
            <a:solidFill>
              <a:schemeClr val="lt1"/>
            </a:solidFill>
            <a:prstDash val="solid"/>
            <a:round/>
            <a:headEnd len="sm" w="sm" type="none"/>
            <a:tailEnd len="sm" w="sm" type="none"/>
          </a:ln>
        </p:spPr>
        <p:txBody>
          <a:bodyPr anchorCtr="0" anchor="ctr" bIns="145200" lIns="145200" spcFirstLastPara="1" rIns="145200" wrap="square" tIns="145200">
            <a:noAutofit/>
          </a:bodyPr>
          <a:lstStyle/>
          <a:p>
            <a:pPr indent="0" lvl="0" marL="0" rtl="0" algn="ctr">
              <a:spcBef>
                <a:spcPts val="0"/>
              </a:spcBef>
              <a:spcAft>
                <a:spcPts val="0"/>
              </a:spcAft>
              <a:buNone/>
            </a:pPr>
            <a:r>
              <a:t/>
            </a:r>
            <a:endParaRPr sz="2223">
              <a:latin typeface="Inter"/>
              <a:ea typeface="Inter"/>
              <a:cs typeface="Inter"/>
              <a:sym typeface="Inter"/>
            </a:endParaRPr>
          </a:p>
        </p:txBody>
      </p:sp>
      <p:sp>
        <p:nvSpPr>
          <p:cNvPr id="541" name="Google Shape;541;p52"/>
          <p:cNvSpPr/>
          <p:nvPr/>
        </p:nvSpPr>
        <p:spPr>
          <a:xfrm>
            <a:off x="4038324" y="1451823"/>
            <a:ext cx="899100" cy="899100"/>
          </a:xfrm>
          <a:prstGeom prst="rect">
            <a:avLst/>
          </a:prstGeom>
          <a:solidFill>
            <a:schemeClr val="lt2"/>
          </a:solidFill>
          <a:ln cap="flat" cmpd="sng" w="15075">
            <a:solidFill>
              <a:schemeClr val="lt1"/>
            </a:solidFill>
            <a:prstDash val="solid"/>
            <a:round/>
            <a:headEnd len="sm" w="sm" type="none"/>
            <a:tailEnd len="sm" w="sm" type="none"/>
          </a:ln>
        </p:spPr>
        <p:txBody>
          <a:bodyPr anchorCtr="0" anchor="ctr" bIns="145200" lIns="145200" spcFirstLastPara="1" rIns="145200" wrap="square" tIns="145200">
            <a:noAutofit/>
          </a:bodyPr>
          <a:lstStyle/>
          <a:p>
            <a:pPr indent="0" lvl="0" marL="0" rtl="0" algn="ctr">
              <a:spcBef>
                <a:spcPts val="0"/>
              </a:spcBef>
              <a:spcAft>
                <a:spcPts val="0"/>
              </a:spcAft>
              <a:buNone/>
            </a:pPr>
            <a:r>
              <a:t/>
            </a:r>
            <a:endParaRPr sz="2223">
              <a:latin typeface="Inter"/>
              <a:ea typeface="Inter"/>
              <a:cs typeface="Inter"/>
              <a:sym typeface="Inter"/>
            </a:endParaRPr>
          </a:p>
        </p:txBody>
      </p:sp>
      <p:sp>
        <p:nvSpPr>
          <p:cNvPr id="542" name="Google Shape;542;p52"/>
          <p:cNvSpPr/>
          <p:nvPr/>
        </p:nvSpPr>
        <p:spPr>
          <a:xfrm>
            <a:off x="2981325" y="2489431"/>
            <a:ext cx="899100" cy="879900"/>
          </a:xfrm>
          <a:prstGeom prst="rect">
            <a:avLst/>
          </a:prstGeom>
          <a:solidFill>
            <a:schemeClr val="lt2"/>
          </a:solidFill>
          <a:ln cap="flat" cmpd="sng" w="15075">
            <a:solidFill>
              <a:schemeClr val="lt2"/>
            </a:solidFill>
            <a:prstDash val="solid"/>
            <a:round/>
            <a:headEnd len="sm" w="sm" type="none"/>
            <a:tailEnd len="sm" w="sm" type="none"/>
          </a:ln>
        </p:spPr>
        <p:txBody>
          <a:bodyPr anchorCtr="0" anchor="ctr" bIns="145200" lIns="145200" spcFirstLastPara="1" rIns="145200" wrap="square" tIns="145200">
            <a:noAutofit/>
          </a:bodyPr>
          <a:lstStyle/>
          <a:p>
            <a:pPr indent="0" lvl="0" marL="0" rtl="0" algn="ctr">
              <a:spcBef>
                <a:spcPts val="0"/>
              </a:spcBef>
              <a:spcAft>
                <a:spcPts val="0"/>
              </a:spcAft>
              <a:buNone/>
            </a:pPr>
            <a:r>
              <a:t/>
            </a:r>
            <a:endParaRPr sz="2223">
              <a:latin typeface="Inter"/>
              <a:ea typeface="Inter"/>
              <a:cs typeface="Inter"/>
              <a:sym typeface="Inter"/>
            </a:endParaRPr>
          </a:p>
        </p:txBody>
      </p:sp>
      <p:sp>
        <p:nvSpPr>
          <p:cNvPr id="543" name="Google Shape;543;p52"/>
          <p:cNvSpPr/>
          <p:nvPr/>
        </p:nvSpPr>
        <p:spPr>
          <a:xfrm>
            <a:off x="4038324" y="2489431"/>
            <a:ext cx="899100" cy="879900"/>
          </a:xfrm>
          <a:prstGeom prst="rect">
            <a:avLst/>
          </a:prstGeom>
          <a:solidFill>
            <a:schemeClr val="lt2"/>
          </a:solidFill>
          <a:ln cap="flat" cmpd="sng" w="15075">
            <a:solidFill>
              <a:schemeClr val="lt2"/>
            </a:solidFill>
            <a:prstDash val="solid"/>
            <a:round/>
            <a:headEnd len="sm" w="sm" type="none"/>
            <a:tailEnd len="sm" w="sm" type="none"/>
          </a:ln>
        </p:spPr>
        <p:txBody>
          <a:bodyPr anchorCtr="0" anchor="ctr" bIns="145200" lIns="145200" spcFirstLastPara="1" rIns="145200" wrap="square" tIns="145200">
            <a:noAutofit/>
          </a:bodyPr>
          <a:lstStyle/>
          <a:p>
            <a:pPr indent="0" lvl="0" marL="0" rtl="0" algn="ctr">
              <a:spcBef>
                <a:spcPts val="0"/>
              </a:spcBef>
              <a:spcAft>
                <a:spcPts val="0"/>
              </a:spcAft>
              <a:buNone/>
            </a:pPr>
            <a:r>
              <a:t/>
            </a:r>
            <a:endParaRPr sz="2223">
              <a:latin typeface="Inter"/>
              <a:ea typeface="Inter"/>
              <a:cs typeface="Inter"/>
              <a:sym typeface="Inter"/>
            </a:endParaRPr>
          </a:p>
        </p:txBody>
      </p:sp>
      <p:sp>
        <p:nvSpPr>
          <p:cNvPr id="544" name="Google Shape;544;p52"/>
          <p:cNvSpPr/>
          <p:nvPr/>
        </p:nvSpPr>
        <p:spPr>
          <a:xfrm>
            <a:off x="5077749" y="1451823"/>
            <a:ext cx="899100" cy="899100"/>
          </a:xfrm>
          <a:prstGeom prst="rect">
            <a:avLst/>
          </a:prstGeom>
          <a:solidFill>
            <a:schemeClr val="lt2"/>
          </a:solidFill>
          <a:ln cap="flat" cmpd="sng" w="15075">
            <a:solidFill>
              <a:schemeClr val="lt2"/>
            </a:solidFill>
            <a:prstDash val="solid"/>
            <a:round/>
            <a:headEnd len="sm" w="sm" type="none"/>
            <a:tailEnd len="sm" w="sm" type="none"/>
          </a:ln>
        </p:spPr>
        <p:txBody>
          <a:bodyPr anchorCtr="0" anchor="ctr" bIns="145200" lIns="145200" spcFirstLastPara="1" rIns="145200" wrap="square" tIns="145200">
            <a:noAutofit/>
          </a:bodyPr>
          <a:lstStyle/>
          <a:p>
            <a:pPr indent="0" lvl="0" marL="0" rtl="0" algn="ctr">
              <a:spcBef>
                <a:spcPts val="0"/>
              </a:spcBef>
              <a:spcAft>
                <a:spcPts val="0"/>
              </a:spcAft>
              <a:buNone/>
            </a:pPr>
            <a:r>
              <a:t/>
            </a:r>
            <a:endParaRPr sz="2223">
              <a:latin typeface="Inter"/>
              <a:ea typeface="Inter"/>
              <a:cs typeface="Inter"/>
              <a:sym typeface="Inter"/>
            </a:endParaRPr>
          </a:p>
        </p:txBody>
      </p:sp>
      <p:sp>
        <p:nvSpPr>
          <p:cNvPr id="545" name="Google Shape;545;p52"/>
          <p:cNvSpPr/>
          <p:nvPr/>
        </p:nvSpPr>
        <p:spPr>
          <a:xfrm>
            <a:off x="5077699" y="2479750"/>
            <a:ext cx="899100" cy="899100"/>
          </a:xfrm>
          <a:prstGeom prst="rect">
            <a:avLst/>
          </a:prstGeom>
          <a:solidFill>
            <a:schemeClr val="lt2"/>
          </a:solidFill>
          <a:ln cap="flat" cmpd="sng" w="15075">
            <a:solidFill>
              <a:schemeClr val="lt2"/>
            </a:solidFill>
            <a:prstDash val="solid"/>
            <a:round/>
            <a:headEnd len="sm" w="sm" type="none"/>
            <a:tailEnd len="sm" w="sm" type="none"/>
          </a:ln>
        </p:spPr>
        <p:txBody>
          <a:bodyPr anchorCtr="0" anchor="ctr" bIns="145200" lIns="145200" spcFirstLastPara="1" rIns="145200" wrap="square" tIns="145200">
            <a:noAutofit/>
          </a:bodyPr>
          <a:lstStyle/>
          <a:p>
            <a:pPr indent="0" lvl="0" marL="0" rtl="0" algn="ctr">
              <a:spcBef>
                <a:spcPts val="0"/>
              </a:spcBef>
              <a:spcAft>
                <a:spcPts val="0"/>
              </a:spcAft>
              <a:buNone/>
            </a:pPr>
            <a:r>
              <a:t/>
            </a:r>
            <a:endParaRPr sz="2223">
              <a:latin typeface="Inter"/>
              <a:ea typeface="Inter"/>
              <a:cs typeface="Inter"/>
              <a:sym typeface="Inter"/>
            </a:endParaRPr>
          </a:p>
        </p:txBody>
      </p:sp>
      <p:sp>
        <p:nvSpPr>
          <p:cNvPr id="546" name="Google Shape;546;p52"/>
          <p:cNvSpPr txBox="1"/>
          <p:nvPr/>
        </p:nvSpPr>
        <p:spPr>
          <a:xfrm>
            <a:off x="4140675" y="3758650"/>
            <a:ext cx="1035300" cy="62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000">
                <a:solidFill>
                  <a:schemeClr val="lt1"/>
                </a:solidFill>
                <a:latin typeface="Plus Jakarta Sans"/>
                <a:ea typeface="Plus Jakarta Sans"/>
                <a:cs typeface="Plus Jakarta Sans"/>
                <a:sym typeface="Plus Jakarta Sans"/>
              </a:rPr>
              <a:t>*2</a:t>
            </a:r>
            <a:endParaRPr b="1" sz="3000">
              <a:solidFill>
                <a:schemeClr val="lt1"/>
              </a:solidFill>
              <a:latin typeface="Plus Jakarta Sans"/>
              <a:ea typeface="Plus Jakarta Sans"/>
              <a:cs typeface="Plus Jakarta Sans"/>
              <a:sym typeface="Plus Jakarta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550" name="Shape 550"/>
        <p:cNvGrpSpPr/>
        <p:nvPr/>
      </p:nvGrpSpPr>
      <p:grpSpPr>
        <a:xfrm>
          <a:off x="0" y="0"/>
          <a:ext cx="0" cy="0"/>
          <a:chOff x="0" y="0"/>
          <a:chExt cx="0" cy="0"/>
        </a:xfrm>
      </p:grpSpPr>
      <p:sp>
        <p:nvSpPr>
          <p:cNvPr id="551" name="Google Shape;551;p53"/>
          <p:cNvSpPr txBox="1"/>
          <p:nvPr>
            <p:ph idx="4294967295" type="subTitle"/>
          </p:nvPr>
        </p:nvSpPr>
        <p:spPr>
          <a:xfrm>
            <a:off x="228600" y="556750"/>
            <a:ext cx="8298000" cy="65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000">
                <a:latin typeface="Plus Jakarta Sans"/>
                <a:ea typeface="Plus Jakarta Sans"/>
                <a:cs typeface="Plus Jakarta Sans"/>
                <a:sym typeface="Plus Jakarta Sans"/>
              </a:rPr>
              <a:t>Theorem:</a:t>
            </a:r>
            <a:r>
              <a:rPr lang="en" sz="2000">
                <a:latin typeface="Plus Jakarta Sans"/>
                <a:ea typeface="Plus Jakarta Sans"/>
                <a:cs typeface="Plus Jakarta Sans"/>
                <a:sym typeface="Plus Jakarta Sans"/>
              </a:rPr>
              <a:t> Any 4xn  board is type P for all n ≥ 2.</a:t>
            </a:r>
            <a:r>
              <a:rPr lang="en" sz="1800">
                <a:latin typeface="Plus Jakarta Sans"/>
                <a:ea typeface="Plus Jakarta Sans"/>
                <a:cs typeface="Plus Jakarta Sans"/>
                <a:sym typeface="Plus Jakarta Sans"/>
              </a:rPr>
              <a:t> </a:t>
            </a:r>
            <a:endParaRPr sz="1800">
              <a:latin typeface="Plus Jakarta Sans"/>
              <a:ea typeface="Plus Jakarta Sans"/>
              <a:cs typeface="Plus Jakarta Sans"/>
              <a:sym typeface="Plus Jakarta Sans"/>
            </a:endParaRPr>
          </a:p>
          <a:p>
            <a:pPr indent="0" lvl="0" marL="0" rtl="0" algn="l">
              <a:spcBef>
                <a:spcPts val="0"/>
              </a:spcBef>
              <a:spcAft>
                <a:spcPts val="0"/>
              </a:spcAft>
              <a:buNone/>
            </a:pPr>
            <a:r>
              <a:t/>
            </a:r>
            <a:endParaRPr sz="1600">
              <a:latin typeface="Figtree"/>
              <a:ea typeface="Figtree"/>
              <a:cs typeface="Figtree"/>
              <a:sym typeface="Figtree"/>
            </a:endParaRPr>
          </a:p>
          <a:p>
            <a:pPr indent="0" lvl="0" marL="0" rtl="0" algn="l">
              <a:spcBef>
                <a:spcPts val="0"/>
              </a:spcBef>
              <a:spcAft>
                <a:spcPts val="0"/>
              </a:spcAft>
              <a:buNone/>
            </a:pPr>
            <a:r>
              <a:t/>
            </a:r>
            <a:endParaRPr sz="1235">
              <a:solidFill>
                <a:srgbClr val="000000"/>
              </a:solidFill>
            </a:endParaRPr>
          </a:p>
          <a:p>
            <a:pPr indent="0" lvl="0" marL="0" rtl="0" algn="l">
              <a:spcBef>
                <a:spcPts val="0"/>
              </a:spcBef>
              <a:spcAft>
                <a:spcPts val="0"/>
              </a:spcAft>
              <a:buNone/>
            </a:pPr>
            <a:r>
              <a:t/>
            </a:r>
            <a:endParaRPr sz="1600">
              <a:latin typeface="Figtree"/>
              <a:ea typeface="Figtree"/>
              <a:cs typeface="Figtree"/>
              <a:sym typeface="Figtree"/>
            </a:endParaRPr>
          </a:p>
        </p:txBody>
      </p:sp>
      <p:sp>
        <p:nvSpPr>
          <p:cNvPr id="552" name="Google Shape;552;p53"/>
          <p:cNvSpPr/>
          <p:nvPr/>
        </p:nvSpPr>
        <p:spPr>
          <a:xfrm>
            <a:off x="5315957" y="1650530"/>
            <a:ext cx="605700" cy="605700"/>
          </a:xfrm>
          <a:prstGeom prst="rect">
            <a:avLst/>
          </a:prstGeom>
          <a:solidFill>
            <a:schemeClr val="lt1"/>
          </a:solidFill>
          <a:ln cap="flat" cmpd="sng" w="10150">
            <a:solidFill>
              <a:schemeClr val="dk2"/>
            </a:solidFill>
            <a:prstDash val="solid"/>
            <a:round/>
            <a:headEnd len="sm" w="sm" type="none"/>
            <a:tailEnd len="sm" w="sm" type="none"/>
          </a:ln>
        </p:spPr>
        <p:txBody>
          <a:bodyPr anchorCtr="0" anchor="ctr" bIns="97825" lIns="97825" spcFirstLastPara="1" rIns="97825" wrap="square" tIns="97825">
            <a:noAutofit/>
          </a:bodyPr>
          <a:lstStyle/>
          <a:p>
            <a:pPr indent="0" lvl="0" marL="0" rtl="0" algn="ctr">
              <a:spcBef>
                <a:spcPts val="0"/>
              </a:spcBef>
              <a:spcAft>
                <a:spcPts val="0"/>
              </a:spcAft>
              <a:buNone/>
            </a:pPr>
            <a:r>
              <a:rPr lang="en" sz="1497">
                <a:latin typeface="Inter"/>
                <a:ea typeface="Inter"/>
                <a:cs typeface="Inter"/>
                <a:sym typeface="Inter"/>
              </a:rPr>
              <a:t>a1</a:t>
            </a:r>
            <a:endParaRPr sz="1497">
              <a:latin typeface="Inter"/>
              <a:ea typeface="Inter"/>
              <a:cs typeface="Inter"/>
              <a:sym typeface="Inter"/>
            </a:endParaRPr>
          </a:p>
        </p:txBody>
      </p:sp>
      <p:sp>
        <p:nvSpPr>
          <p:cNvPr id="553" name="Google Shape;553;p53"/>
          <p:cNvSpPr/>
          <p:nvPr/>
        </p:nvSpPr>
        <p:spPr>
          <a:xfrm>
            <a:off x="6016120" y="1650530"/>
            <a:ext cx="605700" cy="605700"/>
          </a:xfrm>
          <a:prstGeom prst="rect">
            <a:avLst/>
          </a:prstGeom>
          <a:solidFill>
            <a:schemeClr val="lt2"/>
          </a:solidFill>
          <a:ln cap="flat" cmpd="sng" w="10150">
            <a:solidFill>
              <a:schemeClr val="dk2"/>
            </a:solidFill>
            <a:prstDash val="solid"/>
            <a:round/>
            <a:headEnd len="sm" w="sm" type="none"/>
            <a:tailEnd len="sm" w="sm" type="none"/>
          </a:ln>
        </p:spPr>
        <p:txBody>
          <a:bodyPr anchorCtr="0" anchor="ctr" bIns="97825" lIns="97825" spcFirstLastPara="1" rIns="97825" wrap="square" tIns="97825">
            <a:noAutofit/>
          </a:bodyPr>
          <a:lstStyle/>
          <a:p>
            <a:pPr indent="0" lvl="0" marL="0" rtl="0" algn="ctr">
              <a:spcBef>
                <a:spcPts val="0"/>
              </a:spcBef>
              <a:spcAft>
                <a:spcPts val="0"/>
              </a:spcAft>
              <a:buNone/>
            </a:pPr>
            <a:r>
              <a:rPr lang="en" sz="1497">
                <a:latin typeface="Inter"/>
                <a:ea typeface="Inter"/>
                <a:cs typeface="Inter"/>
                <a:sym typeface="Inter"/>
              </a:rPr>
              <a:t>b1</a:t>
            </a:r>
            <a:endParaRPr sz="1497">
              <a:latin typeface="Inter"/>
              <a:ea typeface="Inter"/>
              <a:cs typeface="Inter"/>
              <a:sym typeface="Inter"/>
            </a:endParaRPr>
          </a:p>
        </p:txBody>
      </p:sp>
      <p:sp>
        <p:nvSpPr>
          <p:cNvPr id="554" name="Google Shape;554;p53"/>
          <p:cNvSpPr/>
          <p:nvPr/>
        </p:nvSpPr>
        <p:spPr>
          <a:xfrm>
            <a:off x="5304125" y="2349470"/>
            <a:ext cx="605700" cy="592200"/>
          </a:xfrm>
          <a:prstGeom prst="rect">
            <a:avLst/>
          </a:prstGeom>
          <a:solidFill>
            <a:schemeClr val="lt2"/>
          </a:solidFill>
          <a:ln cap="flat" cmpd="sng" w="10150">
            <a:solidFill>
              <a:schemeClr val="dk2"/>
            </a:solidFill>
            <a:prstDash val="solid"/>
            <a:round/>
            <a:headEnd len="sm" w="sm" type="none"/>
            <a:tailEnd len="sm" w="sm" type="none"/>
          </a:ln>
        </p:spPr>
        <p:txBody>
          <a:bodyPr anchorCtr="0" anchor="ctr" bIns="97825" lIns="97825" spcFirstLastPara="1" rIns="97825" wrap="square" tIns="97825">
            <a:noAutofit/>
          </a:bodyPr>
          <a:lstStyle/>
          <a:p>
            <a:pPr indent="0" lvl="0" marL="0" rtl="0" algn="ctr">
              <a:spcBef>
                <a:spcPts val="0"/>
              </a:spcBef>
              <a:spcAft>
                <a:spcPts val="0"/>
              </a:spcAft>
              <a:buNone/>
            </a:pPr>
            <a:r>
              <a:rPr lang="en" sz="1497">
                <a:latin typeface="Inter"/>
                <a:ea typeface="Inter"/>
                <a:cs typeface="Inter"/>
                <a:sym typeface="Inter"/>
              </a:rPr>
              <a:t>e1</a:t>
            </a:r>
            <a:endParaRPr sz="1497">
              <a:latin typeface="Inter"/>
              <a:ea typeface="Inter"/>
              <a:cs typeface="Inter"/>
              <a:sym typeface="Inter"/>
            </a:endParaRPr>
          </a:p>
        </p:txBody>
      </p:sp>
      <p:sp>
        <p:nvSpPr>
          <p:cNvPr id="555" name="Google Shape;555;p53"/>
          <p:cNvSpPr/>
          <p:nvPr/>
        </p:nvSpPr>
        <p:spPr>
          <a:xfrm>
            <a:off x="6016120" y="2349470"/>
            <a:ext cx="605700" cy="592200"/>
          </a:xfrm>
          <a:prstGeom prst="rect">
            <a:avLst/>
          </a:prstGeom>
          <a:solidFill>
            <a:schemeClr val="lt2"/>
          </a:solidFill>
          <a:ln cap="flat" cmpd="sng" w="10150">
            <a:solidFill>
              <a:schemeClr val="dk2"/>
            </a:solidFill>
            <a:prstDash val="solid"/>
            <a:round/>
            <a:headEnd len="sm" w="sm" type="none"/>
            <a:tailEnd len="sm" w="sm" type="none"/>
          </a:ln>
        </p:spPr>
        <p:txBody>
          <a:bodyPr anchorCtr="0" anchor="ctr" bIns="97825" lIns="97825" spcFirstLastPara="1" rIns="97825" wrap="square" tIns="97825">
            <a:noAutofit/>
          </a:bodyPr>
          <a:lstStyle/>
          <a:p>
            <a:pPr indent="0" lvl="0" marL="0" rtl="0" algn="ctr">
              <a:spcBef>
                <a:spcPts val="0"/>
              </a:spcBef>
              <a:spcAft>
                <a:spcPts val="0"/>
              </a:spcAft>
              <a:buNone/>
            </a:pPr>
            <a:r>
              <a:rPr lang="en" sz="1497">
                <a:latin typeface="Inter"/>
                <a:ea typeface="Inter"/>
                <a:cs typeface="Inter"/>
                <a:sym typeface="Inter"/>
              </a:rPr>
              <a:t>f1</a:t>
            </a:r>
            <a:endParaRPr sz="1497">
              <a:latin typeface="Inter"/>
              <a:ea typeface="Inter"/>
              <a:cs typeface="Inter"/>
              <a:sym typeface="Inter"/>
            </a:endParaRPr>
          </a:p>
        </p:txBody>
      </p:sp>
      <p:sp>
        <p:nvSpPr>
          <p:cNvPr id="556" name="Google Shape;556;p53"/>
          <p:cNvSpPr/>
          <p:nvPr/>
        </p:nvSpPr>
        <p:spPr>
          <a:xfrm>
            <a:off x="6836520" y="1650548"/>
            <a:ext cx="605700" cy="605700"/>
          </a:xfrm>
          <a:prstGeom prst="rect">
            <a:avLst/>
          </a:prstGeom>
          <a:solidFill>
            <a:schemeClr val="lt1"/>
          </a:solidFill>
          <a:ln cap="flat" cmpd="sng" w="10150">
            <a:solidFill>
              <a:schemeClr val="dk2"/>
            </a:solidFill>
            <a:prstDash val="solid"/>
            <a:round/>
            <a:headEnd len="sm" w="sm" type="none"/>
            <a:tailEnd len="sm" w="sm" type="none"/>
          </a:ln>
        </p:spPr>
        <p:txBody>
          <a:bodyPr anchorCtr="0" anchor="ctr" bIns="97825" lIns="97825" spcFirstLastPara="1" rIns="97825" wrap="square" tIns="97825">
            <a:noAutofit/>
          </a:bodyPr>
          <a:lstStyle/>
          <a:p>
            <a:pPr indent="0" lvl="0" marL="0" rtl="0" algn="ctr">
              <a:spcBef>
                <a:spcPts val="0"/>
              </a:spcBef>
              <a:spcAft>
                <a:spcPts val="0"/>
              </a:spcAft>
              <a:buNone/>
            </a:pPr>
            <a:r>
              <a:rPr lang="en" sz="1497">
                <a:latin typeface="Inter"/>
                <a:ea typeface="Inter"/>
                <a:cs typeface="Inter"/>
                <a:sym typeface="Inter"/>
              </a:rPr>
              <a:t>c1</a:t>
            </a:r>
            <a:endParaRPr sz="1497">
              <a:latin typeface="Inter"/>
              <a:ea typeface="Inter"/>
              <a:cs typeface="Inter"/>
              <a:sym typeface="Inter"/>
            </a:endParaRPr>
          </a:p>
        </p:txBody>
      </p:sp>
      <p:sp>
        <p:nvSpPr>
          <p:cNvPr id="557" name="Google Shape;557;p53"/>
          <p:cNvSpPr/>
          <p:nvPr/>
        </p:nvSpPr>
        <p:spPr>
          <a:xfrm>
            <a:off x="7536683" y="1650548"/>
            <a:ext cx="605700" cy="605700"/>
          </a:xfrm>
          <a:prstGeom prst="rect">
            <a:avLst/>
          </a:prstGeom>
          <a:solidFill>
            <a:schemeClr val="lt2"/>
          </a:solidFill>
          <a:ln cap="flat" cmpd="sng" w="10150">
            <a:solidFill>
              <a:schemeClr val="dk2"/>
            </a:solidFill>
            <a:prstDash val="solid"/>
            <a:round/>
            <a:headEnd len="sm" w="sm" type="none"/>
            <a:tailEnd len="sm" w="sm" type="none"/>
          </a:ln>
        </p:spPr>
        <p:txBody>
          <a:bodyPr anchorCtr="0" anchor="ctr" bIns="97825" lIns="97825" spcFirstLastPara="1" rIns="97825" wrap="square" tIns="97825">
            <a:noAutofit/>
          </a:bodyPr>
          <a:lstStyle/>
          <a:p>
            <a:pPr indent="0" lvl="0" marL="0" rtl="0" algn="ctr">
              <a:spcBef>
                <a:spcPts val="0"/>
              </a:spcBef>
              <a:spcAft>
                <a:spcPts val="0"/>
              </a:spcAft>
              <a:buNone/>
            </a:pPr>
            <a:r>
              <a:rPr lang="en" sz="1497">
                <a:latin typeface="Inter"/>
                <a:ea typeface="Inter"/>
                <a:cs typeface="Inter"/>
                <a:sym typeface="Inter"/>
              </a:rPr>
              <a:t>d1</a:t>
            </a:r>
            <a:endParaRPr sz="1497">
              <a:latin typeface="Inter"/>
              <a:ea typeface="Inter"/>
              <a:cs typeface="Inter"/>
              <a:sym typeface="Inter"/>
            </a:endParaRPr>
          </a:p>
        </p:txBody>
      </p:sp>
      <p:sp>
        <p:nvSpPr>
          <p:cNvPr id="558" name="Google Shape;558;p53"/>
          <p:cNvSpPr/>
          <p:nvPr/>
        </p:nvSpPr>
        <p:spPr>
          <a:xfrm>
            <a:off x="6824688" y="2349488"/>
            <a:ext cx="605700" cy="592200"/>
          </a:xfrm>
          <a:prstGeom prst="rect">
            <a:avLst/>
          </a:prstGeom>
          <a:solidFill>
            <a:schemeClr val="lt2"/>
          </a:solidFill>
          <a:ln cap="flat" cmpd="sng" w="10150">
            <a:solidFill>
              <a:schemeClr val="dk2"/>
            </a:solidFill>
            <a:prstDash val="solid"/>
            <a:round/>
            <a:headEnd len="sm" w="sm" type="none"/>
            <a:tailEnd len="sm" w="sm" type="none"/>
          </a:ln>
        </p:spPr>
        <p:txBody>
          <a:bodyPr anchorCtr="0" anchor="ctr" bIns="97825" lIns="97825" spcFirstLastPara="1" rIns="97825" wrap="square" tIns="97825">
            <a:noAutofit/>
          </a:bodyPr>
          <a:lstStyle/>
          <a:p>
            <a:pPr indent="0" lvl="0" marL="0" rtl="0" algn="ctr">
              <a:spcBef>
                <a:spcPts val="0"/>
              </a:spcBef>
              <a:spcAft>
                <a:spcPts val="0"/>
              </a:spcAft>
              <a:buNone/>
            </a:pPr>
            <a:r>
              <a:rPr lang="en" sz="1497">
                <a:latin typeface="Inter"/>
                <a:ea typeface="Inter"/>
                <a:cs typeface="Inter"/>
                <a:sym typeface="Inter"/>
              </a:rPr>
              <a:t>g1</a:t>
            </a:r>
            <a:endParaRPr sz="1497">
              <a:latin typeface="Inter"/>
              <a:ea typeface="Inter"/>
              <a:cs typeface="Inter"/>
              <a:sym typeface="Inter"/>
            </a:endParaRPr>
          </a:p>
        </p:txBody>
      </p:sp>
      <p:sp>
        <p:nvSpPr>
          <p:cNvPr id="559" name="Google Shape;559;p53"/>
          <p:cNvSpPr/>
          <p:nvPr/>
        </p:nvSpPr>
        <p:spPr>
          <a:xfrm>
            <a:off x="7536683" y="2349488"/>
            <a:ext cx="605700" cy="592200"/>
          </a:xfrm>
          <a:prstGeom prst="rect">
            <a:avLst/>
          </a:prstGeom>
          <a:solidFill>
            <a:schemeClr val="lt2"/>
          </a:solidFill>
          <a:ln cap="flat" cmpd="sng" w="10150">
            <a:solidFill>
              <a:schemeClr val="dk2"/>
            </a:solidFill>
            <a:prstDash val="solid"/>
            <a:round/>
            <a:headEnd len="sm" w="sm" type="none"/>
            <a:tailEnd len="sm" w="sm" type="none"/>
          </a:ln>
        </p:spPr>
        <p:txBody>
          <a:bodyPr anchorCtr="0" anchor="ctr" bIns="97825" lIns="97825" spcFirstLastPara="1" rIns="97825" wrap="square" tIns="97825">
            <a:noAutofit/>
          </a:bodyPr>
          <a:lstStyle/>
          <a:p>
            <a:pPr indent="0" lvl="0" marL="0" rtl="0" algn="ctr">
              <a:spcBef>
                <a:spcPts val="0"/>
              </a:spcBef>
              <a:spcAft>
                <a:spcPts val="0"/>
              </a:spcAft>
              <a:buNone/>
            </a:pPr>
            <a:r>
              <a:rPr lang="en" sz="1497">
                <a:latin typeface="Inter"/>
                <a:ea typeface="Inter"/>
                <a:cs typeface="Inter"/>
                <a:sym typeface="Inter"/>
              </a:rPr>
              <a:t>h1</a:t>
            </a:r>
            <a:endParaRPr sz="1497">
              <a:latin typeface="Inter"/>
              <a:ea typeface="Inter"/>
              <a:cs typeface="Inter"/>
              <a:sym typeface="Inter"/>
            </a:endParaRPr>
          </a:p>
        </p:txBody>
      </p:sp>
      <p:sp>
        <p:nvSpPr>
          <p:cNvPr id="560" name="Google Shape;560;p53"/>
          <p:cNvSpPr/>
          <p:nvPr/>
        </p:nvSpPr>
        <p:spPr>
          <a:xfrm>
            <a:off x="5315957" y="3157101"/>
            <a:ext cx="605700" cy="605700"/>
          </a:xfrm>
          <a:prstGeom prst="rect">
            <a:avLst/>
          </a:prstGeom>
          <a:gradFill>
            <a:gsLst>
              <a:gs pos="0">
                <a:srgbClr val="FFECBB"/>
              </a:gs>
              <a:gs pos="100000">
                <a:srgbClr val="F9C43E"/>
              </a:gs>
            </a:gsLst>
            <a:lin ang="5400012" scaled="0"/>
          </a:gradFill>
          <a:ln cap="flat" cmpd="sng" w="10150">
            <a:solidFill>
              <a:schemeClr val="dk2"/>
            </a:solidFill>
            <a:prstDash val="solid"/>
            <a:round/>
            <a:headEnd len="sm" w="sm" type="none"/>
            <a:tailEnd len="sm" w="sm" type="none"/>
          </a:ln>
        </p:spPr>
        <p:txBody>
          <a:bodyPr anchorCtr="0" anchor="ctr" bIns="97825" lIns="97825" spcFirstLastPara="1" rIns="97825" wrap="square" tIns="97825">
            <a:noAutofit/>
          </a:bodyPr>
          <a:lstStyle/>
          <a:p>
            <a:pPr indent="0" lvl="0" marL="0" rtl="0" algn="ctr">
              <a:spcBef>
                <a:spcPts val="0"/>
              </a:spcBef>
              <a:spcAft>
                <a:spcPts val="0"/>
              </a:spcAft>
              <a:buNone/>
            </a:pPr>
            <a:r>
              <a:rPr lang="en" sz="1497">
                <a:latin typeface="Inter"/>
                <a:ea typeface="Inter"/>
                <a:cs typeface="Inter"/>
                <a:sym typeface="Inter"/>
              </a:rPr>
              <a:t>a2</a:t>
            </a:r>
            <a:endParaRPr sz="1497">
              <a:latin typeface="Inter"/>
              <a:ea typeface="Inter"/>
              <a:cs typeface="Inter"/>
              <a:sym typeface="Inter"/>
            </a:endParaRPr>
          </a:p>
        </p:txBody>
      </p:sp>
      <p:sp>
        <p:nvSpPr>
          <p:cNvPr id="561" name="Google Shape;561;p53"/>
          <p:cNvSpPr/>
          <p:nvPr/>
        </p:nvSpPr>
        <p:spPr>
          <a:xfrm>
            <a:off x="6016120" y="3157101"/>
            <a:ext cx="605700" cy="605700"/>
          </a:xfrm>
          <a:prstGeom prst="rect">
            <a:avLst/>
          </a:prstGeom>
          <a:solidFill>
            <a:schemeClr val="lt2"/>
          </a:solidFill>
          <a:ln cap="flat" cmpd="sng" w="10150">
            <a:solidFill>
              <a:schemeClr val="dk2"/>
            </a:solidFill>
            <a:prstDash val="solid"/>
            <a:round/>
            <a:headEnd len="sm" w="sm" type="none"/>
            <a:tailEnd len="sm" w="sm" type="none"/>
          </a:ln>
        </p:spPr>
        <p:txBody>
          <a:bodyPr anchorCtr="0" anchor="ctr" bIns="97825" lIns="97825" spcFirstLastPara="1" rIns="97825" wrap="square" tIns="97825">
            <a:noAutofit/>
          </a:bodyPr>
          <a:lstStyle/>
          <a:p>
            <a:pPr indent="0" lvl="0" marL="0" rtl="0" algn="ctr">
              <a:spcBef>
                <a:spcPts val="0"/>
              </a:spcBef>
              <a:spcAft>
                <a:spcPts val="0"/>
              </a:spcAft>
              <a:buNone/>
            </a:pPr>
            <a:r>
              <a:rPr lang="en" sz="1497">
                <a:latin typeface="Inter"/>
                <a:ea typeface="Inter"/>
                <a:cs typeface="Inter"/>
                <a:sym typeface="Inter"/>
              </a:rPr>
              <a:t>b2</a:t>
            </a:r>
            <a:endParaRPr sz="1497">
              <a:latin typeface="Inter"/>
              <a:ea typeface="Inter"/>
              <a:cs typeface="Inter"/>
              <a:sym typeface="Inter"/>
            </a:endParaRPr>
          </a:p>
        </p:txBody>
      </p:sp>
      <p:sp>
        <p:nvSpPr>
          <p:cNvPr id="562" name="Google Shape;562;p53"/>
          <p:cNvSpPr/>
          <p:nvPr/>
        </p:nvSpPr>
        <p:spPr>
          <a:xfrm>
            <a:off x="5304125" y="3856041"/>
            <a:ext cx="605700" cy="592200"/>
          </a:xfrm>
          <a:prstGeom prst="rect">
            <a:avLst/>
          </a:prstGeom>
          <a:solidFill>
            <a:schemeClr val="lt2"/>
          </a:solidFill>
          <a:ln cap="flat" cmpd="sng" w="10150">
            <a:solidFill>
              <a:schemeClr val="dk2"/>
            </a:solidFill>
            <a:prstDash val="solid"/>
            <a:round/>
            <a:headEnd len="sm" w="sm" type="none"/>
            <a:tailEnd len="sm" w="sm" type="none"/>
          </a:ln>
        </p:spPr>
        <p:txBody>
          <a:bodyPr anchorCtr="0" anchor="ctr" bIns="97825" lIns="97825" spcFirstLastPara="1" rIns="97825" wrap="square" tIns="97825">
            <a:noAutofit/>
          </a:bodyPr>
          <a:lstStyle/>
          <a:p>
            <a:pPr indent="0" lvl="0" marL="0" rtl="0" algn="ctr">
              <a:spcBef>
                <a:spcPts val="0"/>
              </a:spcBef>
              <a:spcAft>
                <a:spcPts val="0"/>
              </a:spcAft>
              <a:buNone/>
            </a:pPr>
            <a:r>
              <a:rPr lang="en" sz="1497">
                <a:latin typeface="Inter"/>
                <a:ea typeface="Inter"/>
                <a:cs typeface="Inter"/>
                <a:sym typeface="Inter"/>
              </a:rPr>
              <a:t>e2</a:t>
            </a:r>
            <a:endParaRPr sz="1497">
              <a:latin typeface="Inter"/>
              <a:ea typeface="Inter"/>
              <a:cs typeface="Inter"/>
              <a:sym typeface="Inter"/>
            </a:endParaRPr>
          </a:p>
        </p:txBody>
      </p:sp>
      <p:sp>
        <p:nvSpPr>
          <p:cNvPr id="563" name="Google Shape;563;p53"/>
          <p:cNvSpPr/>
          <p:nvPr/>
        </p:nvSpPr>
        <p:spPr>
          <a:xfrm>
            <a:off x="6016120" y="3856041"/>
            <a:ext cx="605700" cy="592200"/>
          </a:xfrm>
          <a:prstGeom prst="rect">
            <a:avLst/>
          </a:prstGeom>
          <a:solidFill>
            <a:schemeClr val="lt2"/>
          </a:solidFill>
          <a:ln cap="flat" cmpd="sng" w="10150">
            <a:solidFill>
              <a:schemeClr val="dk2"/>
            </a:solidFill>
            <a:prstDash val="solid"/>
            <a:round/>
            <a:headEnd len="sm" w="sm" type="none"/>
            <a:tailEnd len="sm" w="sm" type="none"/>
          </a:ln>
        </p:spPr>
        <p:txBody>
          <a:bodyPr anchorCtr="0" anchor="ctr" bIns="97825" lIns="97825" spcFirstLastPara="1" rIns="97825" wrap="square" tIns="97825">
            <a:noAutofit/>
          </a:bodyPr>
          <a:lstStyle/>
          <a:p>
            <a:pPr indent="0" lvl="0" marL="0" rtl="0" algn="ctr">
              <a:spcBef>
                <a:spcPts val="0"/>
              </a:spcBef>
              <a:spcAft>
                <a:spcPts val="0"/>
              </a:spcAft>
              <a:buNone/>
            </a:pPr>
            <a:r>
              <a:rPr lang="en" sz="1497">
                <a:latin typeface="Inter"/>
                <a:ea typeface="Inter"/>
                <a:cs typeface="Inter"/>
                <a:sym typeface="Inter"/>
              </a:rPr>
              <a:t>f2</a:t>
            </a:r>
            <a:endParaRPr sz="1497">
              <a:latin typeface="Inter"/>
              <a:ea typeface="Inter"/>
              <a:cs typeface="Inter"/>
              <a:sym typeface="Inter"/>
            </a:endParaRPr>
          </a:p>
        </p:txBody>
      </p:sp>
      <p:sp>
        <p:nvSpPr>
          <p:cNvPr id="564" name="Google Shape;564;p53"/>
          <p:cNvSpPr/>
          <p:nvPr/>
        </p:nvSpPr>
        <p:spPr>
          <a:xfrm>
            <a:off x="6848354" y="3157101"/>
            <a:ext cx="605700" cy="605700"/>
          </a:xfrm>
          <a:prstGeom prst="rect">
            <a:avLst/>
          </a:prstGeom>
          <a:solidFill>
            <a:schemeClr val="lt1"/>
          </a:solidFill>
          <a:ln cap="flat" cmpd="sng" w="10150">
            <a:solidFill>
              <a:schemeClr val="dk2"/>
            </a:solidFill>
            <a:prstDash val="solid"/>
            <a:round/>
            <a:headEnd len="sm" w="sm" type="none"/>
            <a:tailEnd len="sm" w="sm" type="none"/>
          </a:ln>
        </p:spPr>
        <p:txBody>
          <a:bodyPr anchorCtr="0" anchor="ctr" bIns="97825" lIns="97825" spcFirstLastPara="1" rIns="97825" wrap="square" tIns="97825">
            <a:noAutofit/>
          </a:bodyPr>
          <a:lstStyle/>
          <a:p>
            <a:pPr indent="0" lvl="0" marL="0" rtl="0" algn="ctr">
              <a:spcBef>
                <a:spcPts val="0"/>
              </a:spcBef>
              <a:spcAft>
                <a:spcPts val="0"/>
              </a:spcAft>
              <a:buNone/>
            </a:pPr>
            <a:r>
              <a:rPr lang="en" sz="1497">
                <a:latin typeface="Inter"/>
                <a:ea typeface="Inter"/>
                <a:cs typeface="Inter"/>
                <a:sym typeface="Inter"/>
              </a:rPr>
              <a:t>c2</a:t>
            </a:r>
            <a:endParaRPr sz="1497">
              <a:latin typeface="Inter"/>
              <a:ea typeface="Inter"/>
              <a:cs typeface="Inter"/>
              <a:sym typeface="Inter"/>
            </a:endParaRPr>
          </a:p>
        </p:txBody>
      </p:sp>
      <p:sp>
        <p:nvSpPr>
          <p:cNvPr id="565" name="Google Shape;565;p53"/>
          <p:cNvSpPr/>
          <p:nvPr/>
        </p:nvSpPr>
        <p:spPr>
          <a:xfrm>
            <a:off x="7548517" y="3157101"/>
            <a:ext cx="605700" cy="605700"/>
          </a:xfrm>
          <a:prstGeom prst="rect">
            <a:avLst/>
          </a:prstGeom>
          <a:solidFill>
            <a:schemeClr val="lt2"/>
          </a:solidFill>
          <a:ln cap="flat" cmpd="sng" w="10150">
            <a:solidFill>
              <a:schemeClr val="dk2"/>
            </a:solidFill>
            <a:prstDash val="solid"/>
            <a:round/>
            <a:headEnd len="sm" w="sm" type="none"/>
            <a:tailEnd len="sm" w="sm" type="none"/>
          </a:ln>
        </p:spPr>
        <p:txBody>
          <a:bodyPr anchorCtr="0" anchor="ctr" bIns="97825" lIns="97825" spcFirstLastPara="1" rIns="97825" wrap="square" tIns="97825">
            <a:noAutofit/>
          </a:bodyPr>
          <a:lstStyle/>
          <a:p>
            <a:pPr indent="0" lvl="0" marL="0" rtl="0" algn="ctr">
              <a:spcBef>
                <a:spcPts val="0"/>
              </a:spcBef>
              <a:spcAft>
                <a:spcPts val="0"/>
              </a:spcAft>
              <a:buNone/>
            </a:pPr>
            <a:r>
              <a:rPr lang="en" sz="1497">
                <a:latin typeface="Inter"/>
                <a:ea typeface="Inter"/>
                <a:cs typeface="Inter"/>
                <a:sym typeface="Inter"/>
              </a:rPr>
              <a:t>d2</a:t>
            </a:r>
            <a:endParaRPr sz="1497">
              <a:latin typeface="Inter"/>
              <a:ea typeface="Inter"/>
              <a:cs typeface="Inter"/>
              <a:sym typeface="Inter"/>
            </a:endParaRPr>
          </a:p>
        </p:txBody>
      </p:sp>
      <p:sp>
        <p:nvSpPr>
          <p:cNvPr id="566" name="Google Shape;566;p53"/>
          <p:cNvSpPr/>
          <p:nvPr/>
        </p:nvSpPr>
        <p:spPr>
          <a:xfrm>
            <a:off x="6836522" y="3856041"/>
            <a:ext cx="605700" cy="592200"/>
          </a:xfrm>
          <a:prstGeom prst="rect">
            <a:avLst/>
          </a:prstGeom>
          <a:solidFill>
            <a:schemeClr val="lt2"/>
          </a:solidFill>
          <a:ln cap="flat" cmpd="sng" w="10150">
            <a:solidFill>
              <a:schemeClr val="dk2"/>
            </a:solidFill>
            <a:prstDash val="solid"/>
            <a:round/>
            <a:headEnd len="sm" w="sm" type="none"/>
            <a:tailEnd len="sm" w="sm" type="none"/>
          </a:ln>
        </p:spPr>
        <p:txBody>
          <a:bodyPr anchorCtr="0" anchor="ctr" bIns="97825" lIns="97825" spcFirstLastPara="1" rIns="97825" wrap="square" tIns="97825">
            <a:noAutofit/>
          </a:bodyPr>
          <a:lstStyle/>
          <a:p>
            <a:pPr indent="0" lvl="0" marL="0" rtl="0" algn="ctr">
              <a:spcBef>
                <a:spcPts val="0"/>
              </a:spcBef>
              <a:spcAft>
                <a:spcPts val="0"/>
              </a:spcAft>
              <a:buNone/>
            </a:pPr>
            <a:r>
              <a:rPr lang="en" sz="1497">
                <a:latin typeface="Inter"/>
                <a:ea typeface="Inter"/>
                <a:cs typeface="Inter"/>
                <a:sym typeface="Inter"/>
              </a:rPr>
              <a:t>g2</a:t>
            </a:r>
            <a:endParaRPr sz="1497">
              <a:latin typeface="Inter"/>
              <a:ea typeface="Inter"/>
              <a:cs typeface="Inter"/>
              <a:sym typeface="Inter"/>
            </a:endParaRPr>
          </a:p>
        </p:txBody>
      </p:sp>
      <p:sp>
        <p:nvSpPr>
          <p:cNvPr id="567" name="Google Shape;567;p53"/>
          <p:cNvSpPr/>
          <p:nvPr/>
        </p:nvSpPr>
        <p:spPr>
          <a:xfrm>
            <a:off x="7548517" y="3856041"/>
            <a:ext cx="605700" cy="592200"/>
          </a:xfrm>
          <a:prstGeom prst="rect">
            <a:avLst/>
          </a:prstGeom>
          <a:solidFill>
            <a:schemeClr val="lt2"/>
          </a:solidFill>
          <a:ln cap="flat" cmpd="sng" w="10150">
            <a:solidFill>
              <a:schemeClr val="dk2"/>
            </a:solidFill>
            <a:prstDash val="solid"/>
            <a:round/>
            <a:headEnd len="sm" w="sm" type="none"/>
            <a:tailEnd len="sm" w="sm" type="none"/>
          </a:ln>
        </p:spPr>
        <p:txBody>
          <a:bodyPr anchorCtr="0" anchor="ctr" bIns="97825" lIns="97825" spcFirstLastPara="1" rIns="97825" wrap="square" tIns="97825">
            <a:noAutofit/>
          </a:bodyPr>
          <a:lstStyle/>
          <a:p>
            <a:pPr indent="0" lvl="0" marL="0" rtl="0" algn="ctr">
              <a:spcBef>
                <a:spcPts val="0"/>
              </a:spcBef>
              <a:spcAft>
                <a:spcPts val="0"/>
              </a:spcAft>
              <a:buNone/>
            </a:pPr>
            <a:r>
              <a:rPr lang="en" sz="1497">
                <a:latin typeface="Inter"/>
                <a:ea typeface="Inter"/>
                <a:cs typeface="Inter"/>
                <a:sym typeface="Inter"/>
              </a:rPr>
              <a:t>h2</a:t>
            </a:r>
            <a:endParaRPr sz="1497">
              <a:latin typeface="Inter"/>
              <a:ea typeface="Inter"/>
              <a:cs typeface="Inter"/>
              <a:sym typeface="Inter"/>
            </a:endParaRPr>
          </a:p>
        </p:txBody>
      </p:sp>
      <p:sp>
        <p:nvSpPr>
          <p:cNvPr id="568" name="Google Shape;568;p53"/>
          <p:cNvSpPr/>
          <p:nvPr/>
        </p:nvSpPr>
        <p:spPr>
          <a:xfrm>
            <a:off x="5315957" y="3157101"/>
            <a:ext cx="605700" cy="605700"/>
          </a:xfrm>
          <a:prstGeom prst="rect">
            <a:avLst/>
          </a:prstGeom>
          <a:solidFill>
            <a:schemeClr val="lt1"/>
          </a:solidFill>
          <a:ln cap="flat" cmpd="sng" w="10150">
            <a:solidFill>
              <a:schemeClr val="dk2"/>
            </a:solidFill>
            <a:prstDash val="solid"/>
            <a:round/>
            <a:headEnd len="sm" w="sm" type="none"/>
            <a:tailEnd len="sm" w="sm" type="none"/>
          </a:ln>
        </p:spPr>
        <p:txBody>
          <a:bodyPr anchorCtr="0" anchor="ctr" bIns="97825" lIns="97825" spcFirstLastPara="1" rIns="97825" wrap="square" tIns="97825">
            <a:noAutofit/>
          </a:bodyPr>
          <a:lstStyle/>
          <a:p>
            <a:pPr indent="0" lvl="0" marL="0" rtl="0" algn="ctr">
              <a:spcBef>
                <a:spcPts val="0"/>
              </a:spcBef>
              <a:spcAft>
                <a:spcPts val="0"/>
              </a:spcAft>
              <a:buNone/>
            </a:pPr>
            <a:r>
              <a:rPr lang="en" sz="1497">
                <a:latin typeface="Inter"/>
                <a:ea typeface="Inter"/>
                <a:cs typeface="Inter"/>
                <a:sym typeface="Inter"/>
              </a:rPr>
              <a:t>a2</a:t>
            </a:r>
            <a:endParaRPr sz="1497">
              <a:latin typeface="Inter"/>
              <a:ea typeface="Inter"/>
              <a:cs typeface="Inter"/>
              <a:sym typeface="Inter"/>
            </a:endParaRPr>
          </a:p>
        </p:txBody>
      </p:sp>
      <p:sp>
        <p:nvSpPr>
          <p:cNvPr id="569" name="Google Shape;569;p53"/>
          <p:cNvSpPr/>
          <p:nvPr/>
        </p:nvSpPr>
        <p:spPr>
          <a:xfrm>
            <a:off x="5315957" y="1650530"/>
            <a:ext cx="605700" cy="605700"/>
          </a:xfrm>
          <a:prstGeom prst="rect">
            <a:avLst/>
          </a:prstGeom>
          <a:solidFill>
            <a:schemeClr val="accent3"/>
          </a:solidFill>
          <a:ln cap="flat" cmpd="sng" w="10150">
            <a:solidFill>
              <a:schemeClr val="dk2"/>
            </a:solidFill>
            <a:prstDash val="solid"/>
            <a:round/>
            <a:headEnd len="sm" w="sm" type="none"/>
            <a:tailEnd len="sm" w="sm" type="none"/>
          </a:ln>
        </p:spPr>
        <p:txBody>
          <a:bodyPr anchorCtr="0" anchor="ctr" bIns="97825" lIns="97825" spcFirstLastPara="1" rIns="97825" wrap="square" tIns="97825">
            <a:noAutofit/>
          </a:bodyPr>
          <a:lstStyle/>
          <a:p>
            <a:pPr indent="0" lvl="0" marL="0" rtl="0" algn="ctr">
              <a:spcBef>
                <a:spcPts val="0"/>
              </a:spcBef>
              <a:spcAft>
                <a:spcPts val="0"/>
              </a:spcAft>
              <a:buNone/>
            </a:pPr>
            <a:r>
              <a:rPr lang="en" sz="1497">
                <a:latin typeface="Inter"/>
                <a:ea typeface="Inter"/>
                <a:cs typeface="Inter"/>
                <a:sym typeface="Inter"/>
              </a:rPr>
              <a:t>a1</a:t>
            </a:r>
            <a:endParaRPr sz="1497">
              <a:latin typeface="Inter"/>
              <a:ea typeface="Inter"/>
              <a:cs typeface="Inter"/>
              <a:sym typeface="Inter"/>
            </a:endParaRPr>
          </a:p>
        </p:txBody>
      </p:sp>
      <p:sp>
        <p:nvSpPr>
          <p:cNvPr id="570" name="Google Shape;570;p53"/>
          <p:cNvSpPr/>
          <p:nvPr/>
        </p:nvSpPr>
        <p:spPr>
          <a:xfrm>
            <a:off x="6016120" y="2349470"/>
            <a:ext cx="605700" cy="592200"/>
          </a:xfrm>
          <a:prstGeom prst="rect">
            <a:avLst/>
          </a:prstGeom>
          <a:solidFill>
            <a:schemeClr val="accent3"/>
          </a:solidFill>
          <a:ln cap="flat" cmpd="sng" w="10150">
            <a:solidFill>
              <a:schemeClr val="dk2"/>
            </a:solidFill>
            <a:prstDash val="solid"/>
            <a:round/>
            <a:headEnd len="sm" w="sm" type="none"/>
            <a:tailEnd len="sm" w="sm" type="none"/>
          </a:ln>
        </p:spPr>
        <p:txBody>
          <a:bodyPr anchorCtr="0" anchor="ctr" bIns="97825" lIns="97825" spcFirstLastPara="1" rIns="97825" wrap="square" tIns="97825">
            <a:noAutofit/>
          </a:bodyPr>
          <a:lstStyle/>
          <a:p>
            <a:pPr indent="0" lvl="0" marL="0" rtl="0" algn="ctr">
              <a:spcBef>
                <a:spcPts val="0"/>
              </a:spcBef>
              <a:spcAft>
                <a:spcPts val="0"/>
              </a:spcAft>
              <a:buNone/>
            </a:pPr>
            <a:r>
              <a:rPr lang="en" sz="1497">
                <a:latin typeface="Inter"/>
                <a:ea typeface="Inter"/>
                <a:cs typeface="Inter"/>
                <a:sym typeface="Inter"/>
              </a:rPr>
              <a:t>f1</a:t>
            </a:r>
            <a:endParaRPr sz="1497">
              <a:latin typeface="Inter"/>
              <a:ea typeface="Inter"/>
              <a:cs typeface="Inter"/>
              <a:sym typeface="Inter"/>
            </a:endParaRPr>
          </a:p>
        </p:txBody>
      </p:sp>
      <p:sp>
        <p:nvSpPr>
          <p:cNvPr id="571" name="Google Shape;571;p53"/>
          <p:cNvSpPr/>
          <p:nvPr/>
        </p:nvSpPr>
        <p:spPr>
          <a:xfrm>
            <a:off x="6016120" y="3856041"/>
            <a:ext cx="605700" cy="592200"/>
          </a:xfrm>
          <a:prstGeom prst="rect">
            <a:avLst/>
          </a:prstGeom>
          <a:solidFill>
            <a:schemeClr val="accent3"/>
          </a:solidFill>
          <a:ln cap="flat" cmpd="sng" w="10150">
            <a:solidFill>
              <a:schemeClr val="dk2"/>
            </a:solidFill>
            <a:prstDash val="solid"/>
            <a:round/>
            <a:headEnd len="sm" w="sm" type="none"/>
            <a:tailEnd len="sm" w="sm" type="none"/>
          </a:ln>
        </p:spPr>
        <p:txBody>
          <a:bodyPr anchorCtr="0" anchor="ctr" bIns="97825" lIns="97825" spcFirstLastPara="1" rIns="97825" wrap="square" tIns="97825">
            <a:noAutofit/>
          </a:bodyPr>
          <a:lstStyle/>
          <a:p>
            <a:pPr indent="0" lvl="0" marL="0" rtl="0" algn="ctr">
              <a:spcBef>
                <a:spcPts val="0"/>
              </a:spcBef>
              <a:spcAft>
                <a:spcPts val="0"/>
              </a:spcAft>
              <a:buNone/>
            </a:pPr>
            <a:r>
              <a:rPr lang="en" sz="1497">
                <a:latin typeface="Inter"/>
                <a:ea typeface="Inter"/>
                <a:cs typeface="Inter"/>
                <a:sym typeface="Inter"/>
              </a:rPr>
              <a:t>f2</a:t>
            </a:r>
            <a:endParaRPr sz="1497">
              <a:latin typeface="Inter"/>
              <a:ea typeface="Inter"/>
              <a:cs typeface="Inter"/>
              <a:sym typeface="Inter"/>
            </a:endParaRPr>
          </a:p>
        </p:txBody>
      </p:sp>
      <p:sp>
        <p:nvSpPr>
          <p:cNvPr id="572" name="Google Shape;572;p53"/>
          <p:cNvSpPr/>
          <p:nvPr/>
        </p:nvSpPr>
        <p:spPr>
          <a:xfrm>
            <a:off x="5315957" y="3157101"/>
            <a:ext cx="605700" cy="605700"/>
          </a:xfrm>
          <a:prstGeom prst="rect">
            <a:avLst/>
          </a:prstGeom>
          <a:solidFill>
            <a:schemeClr val="accent3"/>
          </a:solidFill>
          <a:ln cap="flat" cmpd="sng" w="10150">
            <a:solidFill>
              <a:schemeClr val="dk2"/>
            </a:solidFill>
            <a:prstDash val="solid"/>
            <a:round/>
            <a:headEnd len="sm" w="sm" type="none"/>
            <a:tailEnd len="sm" w="sm" type="none"/>
          </a:ln>
        </p:spPr>
        <p:txBody>
          <a:bodyPr anchorCtr="0" anchor="ctr" bIns="97825" lIns="97825" spcFirstLastPara="1" rIns="97825" wrap="square" tIns="97825">
            <a:noAutofit/>
          </a:bodyPr>
          <a:lstStyle/>
          <a:p>
            <a:pPr indent="0" lvl="0" marL="0" rtl="0" algn="ctr">
              <a:spcBef>
                <a:spcPts val="0"/>
              </a:spcBef>
              <a:spcAft>
                <a:spcPts val="0"/>
              </a:spcAft>
              <a:buNone/>
            </a:pPr>
            <a:r>
              <a:rPr lang="en" sz="1497">
                <a:latin typeface="Inter"/>
                <a:ea typeface="Inter"/>
                <a:cs typeface="Inter"/>
                <a:sym typeface="Inter"/>
              </a:rPr>
              <a:t>a2</a:t>
            </a:r>
            <a:endParaRPr sz="1497">
              <a:latin typeface="Inter"/>
              <a:ea typeface="Inter"/>
              <a:cs typeface="Inter"/>
              <a:sym typeface="Inter"/>
            </a:endParaRPr>
          </a:p>
        </p:txBody>
      </p:sp>
      <p:sp>
        <p:nvSpPr>
          <p:cNvPr id="573" name="Google Shape;573;p53"/>
          <p:cNvSpPr/>
          <p:nvPr/>
        </p:nvSpPr>
        <p:spPr>
          <a:xfrm>
            <a:off x="6016120" y="1650530"/>
            <a:ext cx="605700" cy="605700"/>
          </a:xfrm>
          <a:prstGeom prst="rect">
            <a:avLst/>
          </a:prstGeom>
          <a:solidFill>
            <a:schemeClr val="accent3"/>
          </a:solidFill>
          <a:ln cap="flat" cmpd="sng" w="10150">
            <a:solidFill>
              <a:schemeClr val="dk2"/>
            </a:solidFill>
            <a:prstDash val="solid"/>
            <a:round/>
            <a:headEnd len="sm" w="sm" type="none"/>
            <a:tailEnd len="sm" w="sm" type="none"/>
          </a:ln>
        </p:spPr>
        <p:txBody>
          <a:bodyPr anchorCtr="0" anchor="ctr" bIns="97825" lIns="97825" spcFirstLastPara="1" rIns="97825" wrap="square" tIns="97825">
            <a:noAutofit/>
          </a:bodyPr>
          <a:lstStyle/>
          <a:p>
            <a:pPr indent="0" lvl="0" marL="0" rtl="0" algn="ctr">
              <a:spcBef>
                <a:spcPts val="0"/>
              </a:spcBef>
              <a:spcAft>
                <a:spcPts val="0"/>
              </a:spcAft>
              <a:buNone/>
            </a:pPr>
            <a:r>
              <a:rPr lang="en" sz="1497">
                <a:latin typeface="Inter"/>
                <a:ea typeface="Inter"/>
                <a:cs typeface="Inter"/>
                <a:sym typeface="Inter"/>
              </a:rPr>
              <a:t>b1</a:t>
            </a:r>
            <a:endParaRPr sz="1497">
              <a:latin typeface="Inter"/>
              <a:ea typeface="Inter"/>
              <a:cs typeface="Inter"/>
              <a:sym typeface="Inter"/>
            </a:endParaRPr>
          </a:p>
        </p:txBody>
      </p:sp>
      <p:sp>
        <p:nvSpPr>
          <p:cNvPr id="574" name="Google Shape;574;p53"/>
          <p:cNvSpPr/>
          <p:nvPr/>
        </p:nvSpPr>
        <p:spPr>
          <a:xfrm>
            <a:off x="6016120" y="3157101"/>
            <a:ext cx="605700" cy="605700"/>
          </a:xfrm>
          <a:prstGeom prst="rect">
            <a:avLst/>
          </a:prstGeom>
          <a:solidFill>
            <a:schemeClr val="accent3"/>
          </a:solidFill>
          <a:ln cap="flat" cmpd="sng" w="10150">
            <a:solidFill>
              <a:schemeClr val="dk2"/>
            </a:solidFill>
            <a:prstDash val="solid"/>
            <a:round/>
            <a:headEnd len="sm" w="sm" type="none"/>
            <a:tailEnd len="sm" w="sm" type="none"/>
          </a:ln>
        </p:spPr>
        <p:txBody>
          <a:bodyPr anchorCtr="0" anchor="ctr" bIns="97825" lIns="97825" spcFirstLastPara="1" rIns="97825" wrap="square" tIns="97825">
            <a:noAutofit/>
          </a:bodyPr>
          <a:lstStyle/>
          <a:p>
            <a:pPr indent="0" lvl="0" marL="0" rtl="0" algn="ctr">
              <a:spcBef>
                <a:spcPts val="0"/>
              </a:spcBef>
              <a:spcAft>
                <a:spcPts val="0"/>
              </a:spcAft>
              <a:buNone/>
            </a:pPr>
            <a:r>
              <a:rPr lang="en" sz="1497">
                <a:latin typeface="Inter"/>
                <a:ea typeface="Inter"/>
                <a:cs typeface="Inter"/>
                <a:sym typeface="Inter"/>
              </a:rPr>
              <a:t>b2</a:t>
            </a:r>
            <a:endParaRPr sz="1497">
              <a:latin typeface="Inter"/>
              <a:ea typeface="Inter"/>
              <a:cs typeface="Inter"/>
              <a:sym typeface="Inter"/>
            </a:endParaRPr>
          </a:p>
        </p:txBody>
      </p:sp>
      <p:sp>
        <p:nvSpPr>
          <p:cNvPr id="575" name="Google Shape;575;p53"/>
          <p:cNvSpPr/>
          <p:nvPr/>
        </p:nvSpPr>
        <p:spPr>
          <a:xfrm>
            <a:off x="7548517" y="3856041"/>
            <a:ext cx="605700" cy="592200"/>
          </a:xfrm>
          <a:prstGeom prst="rect">
            <a:avLst/>
          </a:prstGeom>
          <a:solidFill>
            <a:schemeClr val="accent3"/>
          </a:solidFill>
          <a:ln cap="flat" cmpd="sng" w="10150">
            <a:solidFill>
              <a:schemeClr val="dk2"/>
            </a:solidFill>
            <a:prstDash val="solid"/>
            <a:round/>
            <a:headEnd len="sm" w="sm" type="none"/>
            <a:tailEnd len="sm" w="sm" type="none"/>
          </a:ln>
        </p:spPr>
        <p:txBody>
          <a:bodyPr anchorCtr="0" anchor="ctr" bIns="97825" lIns="97825" spcFirstLastPara="1" rIns="97825" wrap="square" tIns="97825">
            <a:noAutofit/>
          </a:bodyPr>
          <a:lstStyle/>
          <a:p>
            <a:pPr indent="0" lvl="0" marL="0" rtl="0" algn="ctr">
              <a:spcBef>
                <a:spcPts val="0"/>
              </a:spcBef>
              <a:spcAft>
                <a:spcPts val="0"/>
              </a:spcAft>
              <a:buNone/>
            </a:pPr>
            <a:r>
              <a:rPr lang="en" sz="1497">
                <a:latin typeface="Inter"/>
                <a:ea typeface="Inter"/>
                <a:cs typeface="Inter"/>
                <a:sym typeface="Inter"/>
              </a:rPr>
              <a:t>h2</a:t>
            </a:r>
            <a:endParaRPr sz="1497">
              <a:latin typeface="Inter"/>
              <a:ea typeface="Inter"/>
              <a:cs typeface="Inter"/>
              <a:sym typeface="Inter"/>
            </a:endParaRPr>
          </a:p>
        </p:txBody>
      </p:sp>
      <p:sp>
        <p:nvSpPr>
          <p:cNvPr id="576" name="Google Shape;576;p53"/>
          <p:cNvSpPr/>
          <p:nvPr/>
        </p:nvSpPr>
        <p:spPr>
          <a:xfrm>
            <a:off x="7548523" y="2349470"/>
            <a:ext cx="605700" cy="592200"/>
          </a:xfrm>
          <a:prstGeom prst="rect">
            <a:avLst/>
          </a:prstGeom>
          <a:solidFill>
            <a:schemeClr val="accent3"/>
          </a:solidFill>
          <a:ln cap="flat" cmpd="sng" w="10150">
            <a:solidFill>
              <a:schemeClr val="dk2"/>
            </a:solidFill>
            <a:prstDash val="solid"/>
            <a:round/>
            <a:headEnd len="sm" w="sm" type="none"/>
            <a:tailEnd len="sm" w="sm" type="none"/>
          </a:ln>
        </p:spPr>
        <p:txBody>
          <a:bodyPr anchorCtr="0" anchor="ctr" bIns="97825" lIns="97825" spcFirstLastPara="1" rIns="97825" wrap="square" tIns="97825">
            <a:noAutofit/>
          </a:bodyPr>
          <a:lstStyle/>
          <a:p>
            <a:pPr indent="0" lvl="0" marL="0" rtl="0" algn="ctr">
              <a:spcBef>
                <a:spcPts val="0"/>
              </a:spcBef>
              <a:spcAft>
                <a:spcPts val="0"/>
              </a:spcAft>
              <a:buNone/>
            </a:pPr>
            <a:r>
              <a:rPr lang="en" sz="1497">
                <a:latin typeface="Inter"/>
                <a:ea typeface="Inter"/>
                <a:cs typeface="Inter"/>
                <a:sym typeface="Inter"/>
              </a:rPr>
              <a:t>h1</a:t>
            </a:r>
            <a:endParaRPr sz="1497">
              <a:latin typeface="Inter"/>
              <a:ea typeface="Inter"/>
              <a:cs typeface="Inter"/>
              <a:sym typeface="Inter"/>
            </a:endParaRPr>
          </a:p>
        </p:txBody>
      </p:sp>
      <p:sp>
        <p:nvSpPr>
          <p:cNvPr id="577" name="Google Shape;577;p53"/>
          <p:cNvSpPr/>
          <p:nvPr/>
        </p:nvSpPr>
        <p:spPr>
          <a:xfrm>
            <a:off x="7548517" y="3157101"/>
            <a:ext cx="605700" cy="605700"/>
          </a:xfrm>
          <a:prstGeom prst="rect">
            <a:avLst/>
          </a:prstGeom>
          <a:solidFill>
            <a:schemeClr val="lt2"/>
          </a:solidFill>
          <a:ln cap="flat" cmpd="sng" w="10150">
            <a:solidFill>
              <a:schemeClr val="dk2"/>
            </a:solidFill>
            <a:prstDash val="solid"/>
            <a:round/>
            <a:headEnd len="sm" w="sm" type="none"/>
            <a:tailEnd len="sm" w="sm" type="none"/>
          </a:ln>
        </p:spPr>
        <p:txBody>
          <a:bodyPr anchorCtr="0" anchor="ctr" bIns="97825" lIns="97825" spcFirstLastPara="1" rIns="97825" wrap="square" tIns="97825">
            <a:noAutofit/>
          </a:bodyPr>
          <a:lstStyle/>
          <a:p>
            <a:pPr indent="0" lvl="0" marL="0" rtl="0" algn="ctr">
              <a:spcBef>
                <a:spcPts val="0"/>
              </a:spcBef>
              <a:spcAft>
                <a:spcPts val="0"/>
              </a:spcAft>
              <a:buNone/>
            </a:pPr>
            <a:r>
              <a:rPr lang="en" sz="1497">
                <a:latin typeface="Inter"/>
                <a:ea typeface="Inter"/>
                <a:cs typeface="Inter"/>
                <a:sym typeface="Inter"/>
              </a:rPr>
              <a:t>d2</a:t>
            </a:r>
            <a:endParaRPr sz="1497">
              <a:latin typeface="Inter"/>
              <a:ea typeface="Inter"/>
              <a:cs typeface="Inter"/>
              <a:sym typeface="Inter"/>
            </a:endParaRPr>
          </a:p>
        </p:txBody>
      </p:sp>
      <p:sp>
        <p:nvSpPr>
          <p:cNvPr id="578" name="Google Shape;578;p53"/>
          <p:cNvSpPr/>
          <p:nvPr/>
        </p:nvSpPr>
        <p:spPr>
          <a:xfrm>
            <a:off x="7548541" y="1679182"/>
            <a:ext cx="605700" cy="605700"/>
          </a:xfrm>
          <a:prstGeom prst="rect">
            <a:avLst/>
          </a:prstGeom>
          <a:solidFill>
            <a:schemeClr val="accent3"/>
          </a:solidFill>
          <a:ln cap="flat" cmpd="sng" w="10150">
            <a:solidFill>
              <a:schemeClr val="dk2"/>
            </a:solidFill>
            <a:prstDash val="solid"/>
            <a:round/>
            <a:headEnd len="sm" w="sm" type="none"/>
            <a:tailEnd len="sm" w="sm" type="none"/>
          </a:ln>
        </p:spPr>
        <p:txBody>
          <a:bodyPr anchorCtr="0" anchor="ctr" bIns="97825" lIns="97825" spcFirstLastPara="1" rIns="97825" wrap="square" tIns="97825">
            <a:noAutofit/>
          </a:bodyPr>
          <a:lstStyle/>
          <a:p>
            <a:pPr indent="0" lvl="0" marL="0" rtl="0" algn="ctr">
              <a:spcBef>
                <a:spcPts val="0"/>
              </a:spcBef>
              <a:spcAft>
                <a:spcPts val="0"/>
              </a:spcAft>
              <a:buNone/>
            </a:pPr>
            <a:r>
              <a:rPr lang="en" sz="1497">
                <a:latin typeface="Inter"/>
                <a:ea typeface="Inter"/>
                <a:cs typeface="Inter"/>
                <a:sym typeface="Inter"/>
              </a:rPr>
              <a:t>d1</a:t>
            </a:r>
            <a:endParaRPr sz="1497">
              <a:latin typeface="Inter"/>
              <a:ea typeface="Inter"/>
              <a:cs typeface="Inter"/>
              <a:sym typeface="Inter"/>
            </a:endParaRPr>
          </a:p>
        </p:txBody>
      </p:sp>
      <p:sp>
        <p:nvSpPr>
          <p:cNvPr id="579" name="Google Shape;579;p53"/>
          <p:cNvSpPr/>
          <p:nvPr/>
        </p:nvSpPr>
        <p:spPr>
          <a:xfrm>
            <a:off x="6848368" y="2349488"/>
            <a:ext cx="605700" cy="592200"/>
          </a:xfrm>
          <a:prstGeom prst="rect">
            <a:avLst/>
          </a:prstGeom>
          <a:solidFill>
            <a:schemeClr val="accent3"/>
          </a:solidFill>
          <a:ln cap="flat" cmpd="sng" w="10150">
            <a:solidFill>
              <a:schemeClr val="dk2"/>
            </a:solidFill>
            <a:prstDash val="solid"/>
            <a:round/>
            <a:headEnd len="sm" w="sm" type="none"/>
            <a:tailEnd len="sm" w="sm" type="none"/>
          </a:ln>
        </p:spPr>
        <p:txBody>
          <a:bodyPr anchorCtr="0" anchor="ctr" bIns="97825" lIns="97825" spcFirstLastPara="1" rIns="97825" wrap="square" tIns="97825">
            <a:noAutofit/>
          </a:bodyPr>
          <a:lstStyle/>
          <a:p>
            <a:pPr indent="0" lvl="0" marL="0" rtl="0" algn="ctr">
              <a:spcBef>
                <a:spcPts val="0"/>
              </a:spcBef>
              <a:spcAft>
                <a:spcPts val="0"/>
              </a:spcAft>
              <a:buNone/>
            </a:pPr>
            <a:r>
              <a:rPr lang="en" sz="1497">
                <a:latin typeface="Inter"/>
                <a:ea typeface="Inter"/>
                <a:cs typeface="Inter"/>
                <a:sym typeface="Inter"/>
              </a:rPr>
              <a:t>g1</a:t>
            </a:r>
            <a:endParaRPr sz="1497">
              <a:latin typeface="Inter"/>
              <a:ea typeface="Inter"/>
              <a:cs typeface="Inter"/>
              <a:sym typeface="Inter"/>
            </a:endParaRPr>
          </a:p>
        </p:txBody>
      </p:sp>
      <p:sp>
        <p:nvSpPr>
          <p:cNvPr id="580" name="Google Shape;580;p53"/>
          <p:cNvSpPr/>
          <p:nvPr/>
        </p:nvSpPr>
        <p:spPr>
          <a:xfrm>
            <a:off x="6848344" y="3856041"/>
            <a:ext cx="605700" cy="592200"/>
          </a:xfrm>
          <a:prstGeom prst="rect">
            <a:avLst/>
          </a:prstGeom>
          <a:solidFill>
            <a:schemeClr val="accent3"/>
          </a:solidFill>
          <a:ln cap="flat" cmpd="sng" w="10150">
            <a:solidFill>
              <a:schemeClr val="dk2"/>
            </a:solidFill>
            <a:prstDash val="solid"/>
            <a:round/>
            <a:headEnd len="sm" w="sm" type="none"/>
            <a:tailEnd len="sm" w="sm" type="none"/>
          </a:ln>
        </p:spPr>
        <p:txBody>
          <a:bodyPr anchorCtr="0" anchor="ctr" bIns="97825" lIns="97825" spcFirstLastPara="1" rIns="97825" wrap="square" tIns="97825">
            <a:noAutofit/>
          </a:bodyPr>
          <a:lstStyle/>
          <a:p>
            <a:pPr indent="0" lvl="0" marL="0" rtl="0" algn="ctr">
              <a:spcBef>
                <a:spcPts val="0"/>
              </a:spcBef>
              <a:spcAft>
                <a:spcPts val="0"/>
              </a:spcAft>
              <a:buNone/>
            </a:pPr>
            <a:r>
              <a:rPr lang="en" sz="1497">
                <a:latin typeface="Inter"/>
                <a:ea typeface="Inter"/>
                <a:cs typeface="Inter"/>
                <a:sym typeface="Inter"/>
              </a:rPr>
              <a:t>g2</a:t>
            </a:r>
            <a:endParaRPr sz="1497">
              <a:latin typeface="Inter"/>
              <a:ea typeface="Inter"/>
              <a:cs typeface="Inter"/>
              <a:sym typeface="Inter"/>
            </a:endParaRPr>
          </a:p>
        </p:txBody>
      </p:sp>
      <p:sp>
        <p:nvSpPr>
          <p:cNvPr id="581" name="Google Shape;581;p53"/>
          <p:cNvSpPr/>
          <p:nvPr/>
        </p:nvSpPr>
        <p:spPr>
          <a:xfrm>
            <a:off x="7548517" y="3157101"/>
            <a:ext cx="605700" cy="605700"/>
          </a:xfrm>
          <a:prstGeom prst="rect">
            <a:avLst/>
          </a:prstGeom>
          <a:solidFill>
            <a:schemeClr val="accent3"/>
          </a:solidFill>
          <a:ln cap="flat" cmpd="sng" w="10150">
            <a:solidFill>
              <a:schemeClr val="dk2"/>
            </a:solidFill>
            <a:prstDash val="solid"/>
            <a:round/>
            <a:headEnd len="sm" w="sm" type="none"/>
            <a:tailEnd len="sm" w="sm" type="none"/>
          </a:ln>
        </p:spPr>
        <p:txBody>
          <a:bodyPr anchorCtr="0" anchor="ctr" bIns="97825" lIns="97825" spcFirstLastPara="1" rIns="97825" wrap="square" tIns="97825">
            <a:noAutofit/>
          </a:bodyPr>
          <a:lstStyle/>
          <a:p>
            <a:pPr indent="0" lvl="0" marL="0" rtl="0" algn="ctr">
              <a:spcBef>
                <a:spcPts val="0"/>
              </a:spcBef>
              <a:spcAft>
                <a:spcPts val="0"/>
              </a:spcAft>
              <a:buNone/>
            </a:pPr>
            <a:r>
              <a:rPr lang="en" sz="1497">
                <a:latin typeface="Inter"/>
                <a:ea typeface="Inter"/>
                <a:cs typeface="Inter"/>
                <a:sym typeface="Inter"/>
              </a:rPr>
              <a:t>d2</a:t>
            </a:r>
            <a:endParaRPr sz="1497">
              <a:latin typeface="Inter"/>
              <a:ea typeface="Inter"/>
              <a:cs typeface="Inter"/>
              <a:sym typeface="Inter"/>
            </a:endParaRPr>
          </a:p>
        </p:txBody>
      </p:sp>
      <p:sp>
        <p:nvSpPr>
          <p:cNvPr id="582" name="Google Shape;582;p53"/>
          <p:cNvSpPr txBox="1"/>
          <p:nvPr/>
        </p:nvSpPr>
        <p:spPr>
          <a:xfrm>
            <a:off x="139825" y="1677875"/>
            <a:ext cx="4744200" cy="2736600"/>
          </a:xfrm>
          <a:prstGeom prst="rect">
            <a:avLst/>
          </a:prstGeom>
          <a:noFill/>
          <a:ln>
            <a:noFill/>
          </a:ln>
        </p:spPr>
        <p:txBody>
          <a:bodyPr anchorCtr="0" anchor="t" bIns="91425" lIns="91425" spcFirstLastPara="1" rIns="91425" wrap="square" tIns="91425">
            <a:noAutofit/>
          </a:bodyPr>
          <a:lstStyle/>
          <a:p>
            <a:pPr indent="-311150" lvl="0" marL="457200" rtl="0" algn="l">
              <a:spcBef>
                <a:spcPts val="0"/>
              </a:spcBef>
              <a:spcAft>
                <a:spcPts val="0"/>
              </a:spcAft>
              <a:buClr>
                <a:schemeClr val="lt1"/>
              </a:buClr>
              <a:buSzPts val="1300"/>
              <a:buFont typeface="Inter"/>
              <a:buChar char="-"/>
            </a:pPr>
            <a:r>
              <a:rPr lang="en" sz="1300">
                <a:solidFill>
                  <a:schemeClr val="lt1"/>
                </a:solidFill>
                <a:latin typeface="Inter"/>
                <a:ea typeface="Inter"/>
                <a:cs typeface="Inter"/>
                <a:sym typeface="Inter"/>
              </a:rPr>
              <a:t>Divide the board into two 2xn rows. Assign every block on the top row a unique label, and repeat this labelling on the bottom row. </a:t>
            </a:r>
            <a:endParaRPr sz="1300">
              <a:solidFill>
                <a:schemeClr val="lt1"/>
              </a:solidFill>
              <a:latin typeface="Inter"/>
              <a:ea typeface="Inter"/>
              <a:cs typeface="Inter"/>
              <a:sym typeface="Inter"/>
            </a:endParaRPr>
          </a:p>
          <a:p>
            <a:pPr indent="-311150" lvl="0" marL="457200" rtl="0" algn="l">
              <a:spcBef>
                <a:spcPts val="0"/>
              </a:spcBef>
              <a:spcAft>
                <a:spcPts val="0"/>
              </a:spcAft>
              <a:buClr>
                <a:schemeClr val="lt1"/>
              </a:buClr>
              <a:buSzPts val="1300"/>
              <a:buFont typeface="Inter"/>
              <a:buChar char="-"/>
            </a:pPr>
            <a:r>
              <a:rPr lang="en" sz="1300">
                <a:solidFill>
                  <a:schemeClr val="lt1"/>
                </a:solidFill>
                <a:latin typeface="Inter"/>
                <a:ea typeface="Inter"/>
                <a:cs typeface="Inter"/>
                <a:sym typeface="Inter"/>
              </a:rPr>
              <a:t>The first player will choose some block to play in on the first turn. The second player should then play in the block of the same label on the opposite row. </a:t>
            </a:r>
            <a:endParaRPr sz="1300">
              <a:solidFill>
                <a:schemeClr val="lt1"/>
              </a:solidFill>
              <a:latin typeface="Inter"/>
              <a:ea typeface="Inter"/>
              <a:cs typeface="Inter"/>
              <a:sym typeface="Inter"/>
            </a:endParaRPr>
          </a:p>
          <a:p>
            <a:pPr indent="-311150" lvl="0" marL="457200" rtl="0" algn="l">
              <a:spcBef>
                <a:spcPts val="0"/>
              </a:spcBef>
              <a:spcAft>
                <a:spcPts val="0"/>
              </a:spcAft>
              <a:buClr>
                <a:schemeClr val="lt1"/>
              </a:buClr>
              <a:buSzPts val="1300"/>
              <a:buFont typeface="Inter"/>
              <a:buChar char="-"/>
            </a:pPr>
            <a:r>
              <a:rPr lang="en" sz="1300">
                <a:solidFill>
                  <a:schemeClr val="lt1"/>
                </a:solidFill>
                <a:latin typeface="Inter"/>
                <a:ea typeface="Inter"/>
                <a:cs typeface="Inter"/>
                <a:sym typeface="Inter"/>
              </a:rPr>
              <a:t>The second player will always be able to follow this strategy, as every position has a single paired position on the opposite row. </a:t>
            </a:r>
            <a:endParaRPr sz="1300">
              <a:solidFill>
                <a:schemeClr val="lt1"/>
              </a:solidFill>
              <a:latin typeface="Inter"/>
              <a:ea typeface="Inter"/>
              <a:cs typeface="Inter"/>
              <a:sym typeface="Inter"/>
            </a:endParaRPr>
          </a:p>
          <a:p>
            <a:pPr indent="-311150" lvl="0" marL="457200" rtl="0" algn="l">
              <a:spcBef>
                <a:spcPts val="0"/>
              </a:spcBef>
              <a:spcAft>
                <a:spcPts val="0"/>
              </a:spcAft>
              <a:buClr>
                <a:schemeClr val="lt1"/>
              </a:buClr>
              <a:buSzPts val="1300"/>
              <a:buFont typeface="Inter"/>
              <a:buChar char="-"/>
            </a:pPr>
            <a:r>
              <a:rPr lang="en" sz="1300">
                <a:solidFill>
                  <a:schemeClr val="lt1"/>
                </a:solidFill>
                <a:latin typeface="Inter"/>
                <a:ea typeface="Inter"/>
                <a:cs typeface="Inter"/>
                <a:sym typeface="Inter"/>
              </a:rPr>
              <a:t>The second player will never be forced to play a losing move, as doing so would require that losing move to first be played by the first player. </a:t>
            </a:r>
            <a:endParaRPr sz="1300">
              <a:solidFill>
                <a:schemeClr val="lt1"/>
              </a:solidFill>
              <a:latin typeface="Inter"/>
              <a:ea typeface="Inter"/>
              <a:cs typeface="Inter"/>
              <a:sym typeface="Inte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586" name="Shape 586"/>
        <p:cNvGrpSpPr/>
        <p:nvPr/>
      </p:nvGrpSpPr>
      <p:grpSpPr>
        <a:xfrm>
          <a:off x="0" y="0"/>
          <a:ext cx="0" cy="0"/>
          <a:chOff x="0" y="0"/>
          <a:chExt cx="0" cy="0"/>
        </a:xfrm>
      </p:grpSpPr>
      <p:sp>
        <p:nvSpPr>
          <p:cNvPr id="587" name="Google Shape;587;p54"/>
          <p:cNvSpPr txBox="1"/>
          <p:nvPr>
            <p:ph idx="4294967295" type="subTitle"/>
          </p:nvPr>
        </p:nvSpPr>
        <p:spPr>
          <a:xfrm>
            <a:off x="228600" y="635350"/>
            <a:ext cx="8298000" cy="65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000">
                <a:latin typeface="Plus Jakarta Sans"/>
                <a:ea typeface="Plus Jakarta Sans"/>
                <a:cs typeface="Plus Jakarta Sans"/>
                <a:sym typeface="Plus Jakarta Sans"/>
              </a:rPr>
              <a:t>Theorem:</a:t>
            </a:r>
            <a:r>
              <a:rPr lang="en" sz="2000">
                <a:latin typeface="Plus Jakarta Sans"/>
                <a:ea typeface="Plus Jakarta Sans"/>
                <a:cs typeface="Plus Jakarta Sans"/>
                <a:sym typeface="Plus Jakarta Sans"/>
              </a:rPr>
              <a:t> All square nxn boards are type N if n is odd. </a:t>
            </a:r>
            <a:endParaRPr sz="1800">
              <a:latin typeface="Plus Jakarta Sans"/>
              <a:ea typeface="Plus Jakarta Sans"/>
              <a:cs typeface="Plus Jakarta Sans"/>
              <a:sym typeface="Plus Jakarta Sans"/>
            </a:endParaRPr>
          </a:p>
          <a:p>
            <a:pPr indent="0" lvl="0" marL="0" rtl="0" algn="l">
              <a:spcBef>
                <a:spcPts val="0"/>
              </a:spcBef>
              <a:spcAft>
                <a:spcPts val="0"/>
              </a:spcAft>
              <a:buNone/>
            </a:pPr>
            <a:r>
              <a:t/>
            </a:r>
            <a:endParaRPr sz="1600">
              <a:latin typeface="Figtree"/>
              <a:ea typeface="Figtree"/>
              <a:cs typeface="Figtree"/>
              <a:sym typeface="Figtree"/>
            </a:endParaRPr>
          </a:p>
          <a:p>
            <a:pPr indent="0" lvl="0" marL="0" rtl="0" algn="l">
              <a:spcBef>
                <a:spcPts val="0"/>
              </a:spcBef>
              <a:spcAft>
                <a:spcPts val="0"/>
              </a:spcAft>
              <a:buNone/>
            </a:pPr>
            <a:r>
              <a:t/>
            </a:r>
            <a:endParaRPr sz="1235">
              <a:solidFill>
                <a:srgbClr val="000000"/>
              </a:solidFill>
            </a:endParaRPr>
          </a:p>
          <a:p>
            <a:pPr indent="0" lvl="0" marL="0" rtl="0" algn="l">
              <a:spcBef>
                <a:spcPts val="0"/>
              </a:spcBef>
              <a:spcAft>
                <a:spcPts val="0"/>
              </a:spcAft>
              <a:buNone/>
            </a:pPr>
            <a:r>
              <a:t/>
            </a:r>
            <a:endParaRPr sz="1600">
              <a:latin typeface="Figtree"/>
              <a:ea typeface="Figtree"/>
              <a:cs typeface="Figtree"/>
              <a:sym typeface="Figtree"/>
            </a:endParaRPr>
          </a:p>
        </p:txBody>
      </p:sp>
      <p:sp>
        <p:nvSpPr>
          <p:cNvPr id="588" name="Google Shape;588;p54"/>
          <p:cNvSpPr/>
          <p:nvPr/>
        </p:nvSpPr>
        <p:spPr>
          <a:xfrm>
            <a:off x="5447885" y="1828582"/>
            <a:ext cx="712500" cy="712200"/>
          </a:xfrm>
          <a:prstGeom prst="rect">
            <a:avLst/>
          </a:prstGeom>
          <a:solidFill>
            <a:schemeClr val="lt1"/>
          </a:solidFill>
          <a:ln cap="flat" cmpd="sng" w="11950">
            <a:solidFill>
              <a:schemeClr val="dk2"/>
            </a:solidFill>
            <a:prstDash val="solid"/>
            <a:round/>
            <a:headEnd len="sm" w="sm" type="none"/>
            <a:tailEnd len="sm" w="sm" type="none"/>
          </a:ln>
        </p:spPr>
        <p:txBody>
          <a:bodyPr anchorCtr="0" anchor="ctr" bIns="115075" lIns="115075" spcFirstLastPara="1" rIns="115075" wrap="square" tIns="115075">
            <a:noAutofit/>
          </a:bodyPr>
          <a:lstStyle/>
          <a:p>
            <a:pPr indent="0" lvl="0" marL="0" rtl="0" algn="ctr">
              <a:spcBef>
                <a:spcPts val="0"/>
              </a:spcBef>
              <a:spcAft>
                <a:spcPts val="0"/>
              </a:spcAft>
              <a:buNone/>
            </a:pPr>
            <a:r>
              <a:rPr lang="en" sz="1761">
                <a:latin typeface="Inter"/>
                <a:ea typeface="Inter"/>
                <a:cs typeface="Inter"/>
                <a:sym typeface="Inter"/>
              </a:rPr>
              <a:t>-1,1</a:t>
            </a:r>
            <a:endParaRPr sz="1761">
              <a:latin typeface="Inter"/>
              <a:ea typeface="Inter"/>
              <a:cs typeface="Inter"/>
              <a:sym typeface="Inter"/>
            </a:endParaRPr>
          </a:p>
        </p:txBody>
      </p:sp>
      <p:sp>
        <p:nvSpPr>
          <p:cNvPr id="589" name="Google Shape;589;p54"/>
          <p:cNvSpPr/>
          <p:nvPr/>
        </p:nvSpPr>
        <p:spPr>
          <a:xfrm>
            <a:off x="6271422" y="1828582"/>
            <a:ext cx="712500" cy="712200"/>
          </a:xfrm>
          <a:prstGeom prst="rect">
            <a:avLst/>
          </a:prstGeom>
          <a:solidFill>
            <a:schemeClr val="lt1"/>
          </a:solidFill>
          <a:ln cap="flat" cmpd="sng" w="11950">
            <a:solidFill>
              <a:schemeClr val="dk2"/>
            </a:solidFill>
            <a:prstDash val="solid"/>
            <a:round/>
            <a:headEnd len="sm" w="sm" type="none"/>
            <a:tailEnd len="sm" w="sm" type="none"/>
          </a:ln>
        </p:spPr>
        <p:txBody>
          <a:bodyPr anchorCtr="0" anchor="ctr" bIns="115075" lIns="115075" spcFirstLastPara="1" rIns="115075" wrap="square" tIns="115075">
            <a:noAutofit/>
          </a:bodyPr>
          <a:lstStyle/>
          <a:p>
            <a:pPr indent="0" lvl="0" marL="0" rtl="0" algn="ctr">
              <a:spcBef>
                <a:spcPts val="0"/>
              </a:spcBef>
              <a:spcAft>
                <a:spcPts val="0"/>
              </a:spcAft>
              <a:buNone/>
            </a:pPr>
            <a:r>
              <a:rPr lang="en" sz="1761">
                <a:latin typeface="Inter"/>
                <a:ea typeface="Inter"/>
                <a:cs typeface="Inter"/>
                <a:sym typeface="Inter"/>
              </a:rPr>
              <a:t>0,1</a:t>
            </a:r>
            <a:endParaRPr sz="1761">
              <a:latin typeface="Inter"/>
              <a:ea typeface="Inter"/>
              <a:cs typeface="Inter"/>
              <a:sym typeface="Inter"/>
            </a:endParaRPr>
          </a:p>
        </p:txBody>
      </p:sp>
      <p:sp>
        <p:nvSpPr>
          <p:cNvPr id="590" name="Google Shape;590;p54"/>
          <p:cNvSpPr/>
          <p:nvPr/>
        </p:nvSpPr>
        <p:spPr>
          <a:xfrm>
            <a:off x="5433968" y="2650671"/>
            <a:ext cx="712500" cy="696600"/>
          </a:xfrm>
          <a:prstGeom prst="rect">
            <a:avLst/>
          </a:prstGeom>
          <a:solidFill>
            <a:schemeClr val="lt1"/>
          </a:solidFill>
          <a:ln cap="flat" cmpd="sng" w="11950">
            <a:solidFill>
              <a:schemeClr val="dk2"/>
            </a:solidFill>
            <a:prstDash val="solid"/>
            <a:round/>
            <a:headEnd len="sm" w="sm" type="none"/>
            <a:tailEnd len="sm" w="sm" type="none"/>
          </a:ln>
        </p:spPr>
        <p:txBody>
          <a:bodyPr anchorCtr="0" anchor="ctr" bIns="115075" lIns="115075" spcFirstLastPara="1" rIns="115075" wrap="square" tIns="115075">
            <a:noAutofit/>
          </a:bodyPr>
          <a:lstStyle/>
          <a:p>
            <a:pPr indent="0" lvl="0" marL="0" rtl="0" algn="ctr">
              <a:spcBef>
                <a:spcPts val="0"/>
              </a:spcBef>
              <a:spcAft>
                <a:spcPts val="0"/>
              </a:spcAft>
              <a:buNone/>
            </a:pPr>
            <a:r>
              <a:rPr lang="en" sz="1761">
                <a:latin typeface="Inter"/>
                <a:ea typeface="Inter"/>
                <a:cs typeface="Inter"/>
                <a:sym typeface="Inter"/>
              </a:rPr>
              <a:t>-1,0</a:t>
            </a:r>
            <a:endParaRPr sz="1761">
              <a:latin typeface="Inter"/>
              <a:ea typeface="Inter"/>
              <a:cs typeface="Inter"/>
              <a:sym typeface="Inter"/>
            </a:endParaRPr>
          </a:p>
        </p:txBody>
      </p:sp>
      <p:sp>
        <p:nvSpPr>
          <p:cNvPr id="591" name="Google Shape;591;p54"/>
          <p:cNvSpPr/>
          <p:nvPr/>
        </p:nvSpPr>
        <p:spPr>
          <a:xfrm>
            <a:off x="6271422" y="2650671"/>
            <a:ext cx="712500" cy="696600"/>
          </a:xfrm>
          <a:prstGeom prst="rect">
            <a:avLst/>
          </a:prstGeom>
          <a:solidFill>
            <a:schemeClr val="lt1"/>
          </a:solidFill>
          <a:ln cap="flat" cmpd="sng" w="11950">
            <a:solidFill>
              <a:schemeClr val="dk2"/>
            </a:solidFill>
            <a:prstDash val="solid"/>
            <a:round/>
            <a:headEnd len="sm" w="sm" type="none"/>
            <a:tailEnd len="sm" w="sm" type="none"/>
          </a:ln>
        </p:spPr>
        <p:txBody>
          <a:bodyPr anchorCtr="0" anchor="ctr" bIns="115075" lIns="115075" spcFirstLastPara="1" rIns="115075" wrap="square" tIns="115075">
            <a:noAutofit/>
          </a:bodyPr>
          <a:lstStyle/>
          <a:p>
            <a:pPr indent="0" lvl="0" marL="0" rtl="0" algn="ctr">
              <a:spcBef>
                <a:spcPts val="0"/>
              </a:spcBef>
              <a:spcAft>
                <a:spcPts val="0"/>
              </a:spcAft>
              <a:buNone/>
            </a:pPr>
            <a:r>
              <a:rPr lang="en" sz="1761">
                <a:latin typeface="Inter"/>
                <a:ea typeface="Inter"/>
                <a:cs typeface="Inter"/>
                <a:sym typeface="Inter"/>
              </a:rPr>
              <a:t>0,0</a:t>
            </a:r>
            <a:endParaRPr sz="1761">
              <a:latin typeface="Inter"/>
              <a:ea typeface="Inter"/>
              <a:cs typeface="Inter"/>
              <a:sym typeface="Inter"/>
            </a:endParaRPr>
          </a:p>
        </p:txBody>
      </p:sp>
      <p:sp>
        <p:nvSpPr>
          <p:cNvPr id="592" name="Google Shape;592;p54"/>
          <p:cNvSpPr/>
          <p:nvPr/>
        </p:nvSpPr>
        <p:spPr>
          <a:xfrm>
            <a:off x="7108899" y="1816335"/>
            <a:ext cx="712500" cy="712200"/>
          </a:xfrm>
          <a:prstGeom prst="rect">
            <a:avLst/>
          </a:prstGeom>
          <a:solidFill>
            <a:schemeClr val="lt1"/>
          </a:solidFill>
          <a:ln cap="flat" cmpd="sng" w="11950">
            <a:solidFill>
              <a:schemeClr val="dk2"/>
            </a:solidFill>
            <a:prstDash val="solid"/>
            <a:round/>
            <a:headEnd len="sm" w="sm" type="none"/>
            <a:tailEnd len="sm" w="sm" type="none"/>
          </a:ln>
        </p:spPr>
        <p:txBody>
          <a:bodyPr anchorCtr="0" anchor="ctr" bIns="115075" lIns="115075" spcFirstLastPara="1" rIns="115075" wrap="square" tIns="115075">
            <a:noAutofit/>
          </a:bodyPr>
          <a:lstStyle/>
          <a:p>
            <a:pPr indent="0" lvl="0" marL="0" rtl="0" algn="ctr">
              <a:spcBef>
                <a:spcPts val="0"/>
              </a:spcBef>
              <a:spcAft>
                <a:spcPts val="0"/>
              </a:spcAft>
              <a:buNone/>
            </a:pPr>
            <a:r>
              <a:rPr lang="en" sz="1761">
                <a:latin typeface="Inter"/>
                <a:ea typeface="Inter"/>
                <a:cs typeface="Inter"/>
                <a:sym typeface="Inter"/>
              </a:rPr>
              <a:t>1,1</a:t>
            </a:r>
            <a:endParaRPr sz="1761">
              <a:latin typeface="Inter"/>
              <a:ea typeface="Inter"/>
              <a:cs typeface="Inter"/>
              <a:sym typeface="Inter"/>
            </a:endParaRPr>
          </a:p>
        </p:txBody>
      </p:sp>
      <p:sp>
        <p:nvSpPr>
          <p:cNvPr id="593" name="Google Shape;593;p54"/>
          <p:cNvSpPr/>
          <p:nvPr/>
        </p:nvSpPr>
        <p:spPr>
          <a:xfrm>
            <a:off x="7094982" y="2638425"/>
            <a:ext cx="712500" cy="696600"/>
          </a:xfrm>
          <a:prstGeom prst="rect">
            <a:avLst/>
          </a:prstGeom>
          <a:solidFill>
            <a:schemeClr val="lt1"/>
          </a:solidFill>
          <a:ln cap="flat" cmpd="sng" w="11950">
            <a:solidFill>
              <a:schemeClr val="dk2"/>
            </a:solidFill>
            <a:prstDash val="solid"/>
            <a:round/>
            <a:headEnd len="sm" w="sm" type="none"/>
            <a:tailEnd len="sm" w="sm" type="none"/>
          </a:ln>
        </p:spPr>
        <p:txBody>
          <a:bodyPr anchorCtr="0" anchor="ctr" bIns="115075" lIns="115075" spcFirstLastPara="1" rIns="115075" wrap="square" tIns="115075">
            <a:noAutofit/>
          </a:bodyPr>
          <a:lstStyle/>
          <a:p>
            <a:pPr indent="0" lvl="0" marL="0" rtl="0" algn="ctr">
              <a:spcBef>
                <a:spcPts val="0"/>
              </a:spcBef>
              <a:spcAft>
                <a:spcPts val="0"/>
              </a:spcAft>
              <a:buNone/>
            </a:pPr>
            <a:r>
              <a:rPr lang="en" sz="1761">
                <a:latin typeface="Inter"/>
                <a:ea typeface="Inter"/>
                <a:cs typeface="Inter"/>
                <a:sym typeface="Inter"/>
              </a:rPr>
              <a:t>1,0</a:t>
            </a:r>
            <a:endParaRPr sz="1761">
              <a:latin typeface="Inter"/>
              <a:ea typeface="Inter"/>
              <a:cs typeface="Inter"/>
              <a:sym typeface="Inter"/>
            </a:endParaRPr>
          </a:p>
        </p:txBody>
      </p:sp>
      <p:sp>
        <p:nvSpPr>
          <p:cNvPr id="594" name="Google Shape;594;p54"/>
          <p:cNvSpPr/>
          <p:nvPr/>
        </p:nvSpPr>
        <p:spPr>
          <a:xfrm>
            <a:off x="5433958" y="3481453"/>
            <a:ext cx="712500" cy="712200"/>
          </a:xfrm>
          <a:prstGeom prst="rect">
            <a:avLst/>
          </a:prstGeom>
          <a:solidFill>
            <a:schemeClr val="lt1"/>
          </a:solidFill>
          <a:ln cap="flat" cmpd="sng" w="11950">
            <a:solidFill>
              <a:schemeClr val="dk2"/>
            </a:solidFill>
            <a:prstDash val="solid"/>
            <a:round/>
            <a:headEnd len="sm" w="sm" type="none"/>
            <a:tailEnd len="sm" w="sm" type="none"/>
          </a:ln>
        </p:spPr>
        <p:txBody>
          <a:bodyPr anchorCtr="0" anchor="ctr" bIns="115075" lIns="115075" spcFirstLastPara="1" rIns="115075" wrap="square" tIns="115075">
            <a:noAutofit/>
          </a:bodyPr>
          <a:lstStyle/>
          <a:p>
            <a:pPr indent="0" lvl="0" marL="0" rtl="0" algn="ctr">
              <a:spcBef>
                <a:spcPts val="0"/>
              </a:spcBef>
              <a:spcAft>
                <a:spcPts val="0"/>
              </a:spcAft>
              <a:buNone/>
            </a:pPr>
            <a:r>
              <a:rPr lang="en" sz="1761">
                <a:latin typeface="Inter"/>
                <a:ea typeface="Inter"/>
                <a:cs typeface="Inter"/>
                <a:sym typeface="Inter"/>
              </a:rPr>
              <a:t>a2</a:t>
            </a:r>
            <a:endParaRPr sz="1761">
              <a:latin typeface="Inter"/>
              <a:ea typeface="Inter"/>
              <a:cs typeface="Inter"/>
              <a:sym typeface="Inter"/>
            </a:endParaRPr>
          </a:p>
        </p:txBody>
      </p:sp>
      <p:sp>
        <p:nvSpPr>
          <p:cNvPr id="595" name="Google Shape;595;p54"/>
          <p:cNvSpPr/>
          <p:nvPr/>
        </p:nvSpPr>
        <p:spPr>
          <a:xfrm>
            <a:off x="6257495" y="3481453"/>
            <a:ext cx="712500" cy="712200"/>
          </a:xfrm>
          <a:prstGeom prst="rect">
            <a:avLst/>
          </a:prstGeom>
          <a:solidFill>
            <a:schemeClr val="lt1"/>
          </a:solidFill>
          <a:ln cap="flat" cmpd="sng" w="11950">
            <a:solidFill>
              <a:schemeClr val="dk2"/>
            </a:solidFill>
            <a:prstDash val="solid"/>
            <a:round/>
            <a:headEnd len="sm" w="sm" type="none"/>
            <a:tailEnd len="sm" w="sm" type="none"/>
          </a:ln>
        </p:spPr>
        <p:txBody>
          <a:bodyPr anchorCtr="0" anchor="ctr" bIns="115075" lIns="115075" spcFirstLastPara="1" rIns="115075" wrap="square" tIns="115075">
            <a:noAutofit/>
          </a:bodyPr>
          <a:lstStyle/>
          <a:p>
            <a:pPr indent="0" lvl="0" marL="0" rtl="0" algn="ctr">
              <a:spcBef>
                <a:spcPts val="0"/>
              </a:spcBef>
              <a:spcAft>
                <a:spcPts val="0"/>
              </a:spcAft>
              <a:buNone/>
            </a:pPr>
            <a:r>
              <a:rPr lang="en" sz="1761">
                <a:latin typeface="Inter"/>
                <a:ea typeface="Inter"/>
                <a:cs typeface="Inter"/>
                <a:sym typeface="Inter"/>
              </a:rPr>
              <a:t>0,-1</a:t>
            </a:r>
            <a:endParaRPr sz="1761">
              <a:latin typeface="Inter"/>
              <a:ea typeface="Inter"/>
              <a:cs typeface="Inter"/>
              <a:sym typeface="Inter"/>
            </a:endParaRPr>
          </a:p>
        </p:txBody>
      </p:sp>
      <p:sp>
        <p:nvSpPr>
          <p:cNvPr id="596" name="Google Shape;596;p54"/>
          <p:cNvSpPr/>
          <p:nvPr/>
        </p:nvSpPr>
        <p:spPr>
          <a:xfrm>
            <a:off x="7108891" y="3469185"/>
            <a:ext cx="712500" cy="712200"/>
          </a:xfrm>
          <a:prstGeom prst="rect">
            <a:avLst/>
          </a:prstGeom>
          <a:solidFill>
            <a:schemeClr val="lt1"/>
          </a:solidFill>
          <a:ln cap="flat" cmpd="sng" w="11950">
            <a:solidFill>
              <a:schemeClr val="dk2"/>
            </a:solidFill>
            <a:prstDash val="solid"/>
            <a:round/>
            <a:headEnd len="sm" w="sm" type="none"/>
            <a:tailEnd len="sm" w="sm" type="none"/>
          </a:ln>
        </p:spPr>
        <p:txBody>
          <a:bodyPr anchorCtr="0" anchor="ctr" bIns="115075" lIns="115075" spcFirstLastPara="1" rIns="115075" wrap="square" tIns="115075">
            <a:noAutofit/>
          </a:bodyPr>
          <a:lstStyle/>
          <a:p>
            <a:pPr indent="0" lvl="0" marL="0" rtl="0" algn="ctr">
              <a:spcBef>
                <a:spcPts val="0"/>
              </a:spcBef>
              <a:spcAft>
                <a:spcPts val="0"/>
              </a:spcAft>
              <a:buNone/>
            </a:pPr>
            <a:r>
              <a:rPr lang="en" sz="1761">
                <a:latin typeface="Inter"/>
                <a:ea typeface="Inter"/>
                <a:cs typeface="Inter"/>
                <a:sym typeface="Inter"/>
              </a:rPr>
              <a:t>1,-1</a:t>
            </a:r>
            <a:endParaRPr sz="1761">
              <a:latin typeface="Inter"/>
              <a:ea typeface="Inter"/>
              <a:cs typeface="Inter"/>
              <a:sym typeface="Inter"/>
            </a:endParaRPr>
          </a:p>
        </p:txBody>
      </p:sp>
      <p:sp>
        <p:nvSpPr>
          <p:cNvPr id="597" name="Google Shape;597;p54"/>
          <p:cNvSpPr/>
          <p:nvPr/>
        </p:nvSpPr>
        <p:spPr>
          <a:xfrm>
            <a:off x="5433958" y="3481453"/>
            <a:ext cx="712500" cy="712200"/>
          </a:xfrm>
          <a:prstGeom prst="rect">
            <a:avLst/>
          </a:prstGeom>
          <a:solidFill>
            <a:schemeClr val="lt1"/>
          </a:solidFill>
          <a:ln cap="flat" cmpd="sng" w="11950">
            <a:solidFill>
              <a:schemeClr val="dk2"/>
            </a:solidFill>
            <a:prstDash val="solid"/>
            <a:round/>
            <a:headEnd len="sm" w="sm" type="none"/>
            <a:tailEnd len="sm" w="sm" type="none"/>
          </a:ln>
        </p:spPr>
        <p:txBody>
          <a:bodyPr anchorCtr="0" anchor="ctr" bIns="115075" lIns="115075" spcFirstLastPara="1" rIns="115075" wrap="square" tIns="115075">
            <a:noAutofit/>
          </a:bodyPr>
          <a:lstStyle/>
          <a:p>
            <a:pPr indent="0" lvl="0" marL="0" rtl="0" algn="ctr">
              <a:spcBef>
                <a:spcPts val="0"/>
              </a:spcBef>
              <a:spcAft>
                <a:spcPts val="0"/>
              </a:spcAft>
              <a:buNone/>
            </a:pPr>
            <a:r>
              <a:rPr lang="en" sz="1761">
                <a:latin typeface="Inter"/>
                <a:ea typeface="Inter"/>
                <a:cs typeface="Inter"/>
                <a:sym typeface="Inter"/>
              </a:rPr>
              <a:t>-1,-1</a:t>
            </a:r>
            <a:endParaRPr sz="1761">
              <a:latin typeface="Inter"/>
              <a:ea typeface="Inter"/>
              <a:cs typeface="Inter"/>
              <a:sym typeface="Inter"/>
            </a:endParaRPr>
          </a:p>
        </p:txBody>
      </p:sp>
      <p:sp>
        <p:nvSpPr>
          <p:cNvPr id="598" name="Google Shape;598;p54"/>
          <p:cNvSpPr/>
          <p:nvPr/>
        </p:nvSpPr>
        <p:spPr>
          <a:xfrm>
            <a:off x="6264469" y="2662918"/>
            <a:ext cx="712500" cy="696600"/>
          </a:xfrm>
          <a:prstGeom prst="rect">
            <a:avLst/>
          </a:prstGeom>
          <a:solidFill>
            <a:schemeClr val="accent4"/>
          </a:solidFill>
          <a:ln cap="flat" cmpd="sng" w="11950">
            <a:solidFill>
              <a:schemeClr val="dk2"/>
            </a:solidFill>
            <a:prstDash val="solid"/>
            <a:round/>
            <a:headEnd len="sm" w="sm" type="none"/>
            <a:tailEnd len="sm" w="sm" type="none"/>
          </a:ln>
        </p:spPr>
        <p:txBody>
          <a:bodyPr anchorCtr="0" anchor="ctr" bIns="115075" lIns="115075" spcFirstLastPara="1" rIns="115075" wrap="square" tIns="115075">
            <a:noAutofit/>
          </a:bodyPr>
          <a:lstStyle/>
          <a:p>
            <a:pPr indent="0" lvl="0" marL="0" rtl="0" algn="ctr">
              <a:spcBef>
                <a:spcPts val="0"/>
              </a:spcBef>
              <a:spcAft>
                <a:spcPts val="0"/>
              </a:spcAft>
              <a:buNone/>
            </a:pPr>
            <a:r>
              <a:rPr lang="en" sz="1761">
                <a:latin typeface="Inter"/>
                <a:ea typeface="Inter"/>
                <a:cs typeface="Inter"/>
                <a:sym typeface="Inter"/>
              </a:rPr>
              <a:t>0,0</a:t>
            </a:r>
            <a:endParaRPr sz="1761">
              <a:latin typeface="Inter"/>
              <a:ea typeface="Inter"/>
              <a:cs typeface="Inter"/>
              <a:sym typeface="Inter"/>
            </a:endParaRPr>
          </a:p>
        </p:txBody>
      </p:sp>
      <p:sp>
        <p:nvSpPr>
          <p:cNvPr id="599" name="Google Shape;599;p54"/>
          <p:cNvSpPr/>
          <p:nvPr/>
        </p:nvSpPr>
        <p:spPr>
          <a:xfrm>
            <a:off x="7094973" y="1807703"/>
            <a:ext cx="712500" cy="712200"/>
          </a:xfrm>
          <a:prstGeom prst="rect">
            <a:avLst/>
          </a:prstGeom>
          <a:solidFill>
            <a:schemeClr val="accent3"/>
          </a:solidFill>
          <a:ln cap="flat" cmpd="sng" w="11950">
            <a:solidFill>
              <a:schemeClr val="dk2"/>
            </a:solidFill>
            <a:prstDash val="solid"/>
            <a:round/>
            <a:headEnd len="sm" w="sm" type="none"/>
            <a:tailEnd len="sm" w="sm" type="none"/>
          </a:ln>
        </p:spPr>
        <p:txBody>
          <a:bodyPr anchorCtr="0" anchor="ctr" bIns="115075" lIns="115075" spcFirstLastPara="1" rIns="115075" wrap="square" tIns="115075">
            <a:noAutofit/>
          </a:bodyPr>
          <a:lstStyle/>
          <a:p>
            <a:pPr indent="0" lvl="0" marL="0" rtl="0" algn="ctr">
              <a:spcBef>
                <a:spcPts val="0"/>
              </a:spcBef>
              <a:spcAft>
                <a:spcPts val="0"/>
              </a:spcAft>
              <a:buNone/>
            </a:pPr>
            <a:r>
              <a:rPr lang="en" sz="1761">
                <a:latin typeface="Inter"/>
                <a:ea typeface="Inter"/>
                <a:cs typeface="Inter"/>
                <a:sym typeface="Inter"/>
              </a:rPr>
              <a:t>1,1</a:t>
            </a:r>
            <a:endParaRPr sz="1761">
              <a:latin typeface="Inter"/>
              <a:ea typeface="Inter"/>
              <a:cs typeface="Inter"/>
              <a:sym typeface="Inter"/>
            </a:endParaRPr>
          </a:p>
        </p:txBody>
      </p:sp>
      <p:sp>
        <p:nvSpPr>
          <p:cNvPr id="600" name="Google Shape;600;p54"/>
          <p:cNvSpPr/>
          <p:nvPr/>
        </p:nvSpPr>
        <p:spPr>
          <a:xfrm>
            <a:off x="5447863" y="3481453"/>
            <a:ext cx="712500" cy="712200"/>
          </a:xfrm>
          <a:prstGeom prst="rect">
            <a:avLst/>
          </a:prstGeom>
          <a:solidFill>
            <a:schemeClr val="accent4"/>
          </a:solidFill>
          <a:ln cap="flat" cmpd="sng" w="11950">
            <a:solidFill>
              <a:schemeClr val="dk2"/>
            </a:solidFill>
            <a:prstDash val="solid"/>
            <a:round/>
            <a:headEnd len="sm" w="sm" type="none"/>
            <a:tailEnd len="sm" w="sm" type="none"/>
          </a:ln>
        </p:spPr>
        <p:txBody>
          <a:bodyPr anchorCtr="0" anchor="ctr" bIns="115075" lIns="115075" spcFirstLastPara="1" rIns="115075" wrap="square" tIns="115075">
            <a:noAutofit/>
          </a:bodyPr>
          <a:lstStyle/>
          <a:p>
            <a:pPr indent="0" lvl="0" marL="0" rtl="0" algn="ctr">
              <a:spcBef>
                <a:spcPts val="0"/>
              </a:spcBef>
              <a:spcAft>
                <a:spcPts val="0"/>
              </a:spcAft>
              <a:buNone/>
            </a:pPr>
            <a:r>
              <a:rPr lang="en" sz="1761">
                <a:latin typeface="Inter"/>
                <a:ea typeface="Inter"/>
                <a:cs typeface="Inter"/>
                <a:sym typeface="Inter"/>
              </a:rPr>
              <a:t>-1,-1</a:t>
            </a:r>
            <a:endParaRPr sz="1761">
              <a:latin typeface="Inter"/>
              <a:ea typeface="Inter"/>
              <a:cs typeface="Inter"/>
              <a:sym typeface="Inter"/>
            </a:endParaRPr>
          </a:p>
        </p:txBody>
      </p:sp>
      <p:sp>
        <p:nvSpPr>
          <p:cNvPr id="601" name="Google Shape;601;p54"/>
          <p:cNvSpPr/>
          <p:nvPr/>
        </p:nvSpPr>
        <p:spPr>
          <a:xfrm>
            <a:off x="5433925" y="2662918"/>
            <a:ext cx="712500" cy="696600"/>
          </a:xfrm>
          <a:prstGeom prst="rect">
            <a:avLst/>
          </a:prstGeom>
          <a:solidFill>
            <a:schemeClr val="accent3"/>
          </a:solidFill>
          <a:ln cap="flat" cmpd="sng" w="11950">
            <a:solidFill>
              <a:schemeClr val="dk2"/>
            </a:solidFill>
            <a:prstDash val="solid"/>
            <a:round/>
            <a:headEnd len="sm" w="sm" type="none"/>
            <a:tailEnd len="sm" w="sm" type="none"/>
          </a:ln>
        </p:spPr>
        <p:txBody>
          <a:bodyPr anchorCtr="0" anchor="ctr" bIns="115075" lIns="115075" spcFirstLastPara="1" rIns="115075" wrap="square" tIns="115075">
            <a:noAutofit/>
          </a:bodyPr>
          <a:lstStyle/>
          <a:p>
            <a:pPr indent="0" lvl="0" marL="0" rtl="0" algn="ctr">
              <a:spcBef>
                <a:spcPts val="0"/>
              </a:spcBef>
              <a:spcAft>
                <a:spcPts val="0"/>
              </a:spcAft>
              <a:buNone/>
            </a:pPr>
            <a:r>
              <a:rPr lang="en" sz="1761">
                <a:latin typeface="Inter"/>
                <a:ea typeface="Inter"/>
                <a:cs typeface="Inter"/>
                <a:sym typeface="Inter"/>
              </a:rPr>
              <a:t>-1,0</a:t>
            </a:r>
            <a:endParaRPr sz="1761">
              <a:latin typeface="Inter"/>
              <a:ea typeface="Inter"/>
              <a:cs typeface="Inter"/>
              <a:sym typeface="Inter"/>
            </a:endParaRPr>
          </a:p>
        </p:txBody>
      </p:sp>
      <p:sp>
        <p:nvSpPr>
          <p:cNvPr id="602" name="Google Shape;602;p54"/>
          <p:cNvSpPr/>
          <p:nvPr/>
        </p:nvSpPr>
        <p:spPr>
          <a:xfrm>
            <a:off x="7094939" y="2650650"/>
            <a:ext cx="712500" cy="696600"/>
          </a:xfrm>
          <a:prstGeom prst="rect">
            <a:avLst/>
          </a:prstGeom>
          <a:solidFill>
            <a:schemeClr val="accent4"/>
          </a:solidFill>
          <a:ln cap="flat" cmpd="sng" w="11950">
            <a:solidFill>
              <a:schemeClr val="dk2"/>
            </a:solidFill>
            <a:prstDash val="solid"/>
            <a:round/>
            <a:headEnd len="sm" w="sm" type="none"/>
            <a:tailEnd len="sm" w="sm" type="none"/>
          </a:ln>
        </p:spPr>
        <p:txBody>
          <a:bodyPr anchorCtr="0" anchor="ctr" bIns="115075" lIns="115075" spcFirstLastPara="1" rIns="115075" wrap="square" tIns="115075">
            <a:noAutofit/>
          </a:bodyPr>
          <a:lstStyle/>
          <a:p>
            <a:pPr indent="0" lvl="0" marL="0" rtl="0" algn="ctr">
              <a:spcBef>
                <a:spcPts val="0"/>
              </a:spcBef>
              <a:spcAft>
                <a:spcPts val="0"/>
              </a:spcAft>
              <a:buNone/>
            </a:pPr>
            <a:r>
              <a:rPr lang="en" sz="1761">
                <a:latin typeface="Inter"/>
                <a:ea typeface="Inter"/>
                <a:cs typeface="Inter"/>
                <a:sym typeface="Inter"/>
              </a:rPr>
              <a:t>1,0</a:t>
            </a:r>
            <a:endParaRPr sz="1761">
              <a:latin typeface="Inter"/>
              <a:ea typeface="Inter"/>
              <a:cs typeface="Inter"/>
              <a:sym typeface="Inter"/>
            </a:endParaRPr>
          </a:p>
        </p:txBody>
      </p:sp>
      <p:sp>
        <p:nvSpPr>
          <p:cNvPr id="603" name="Google Shape;603;p54"/>
          <p:cNvSpPr/>
          <p:nvPr/>
        </p:nvSpPr>
        <p:spPr>
          <a:xfrm>
            <a:off x="5447885" y="1828582"/>
            <a:ext cx="712500" cy="712200"/>
          </a:xfrm>
          <a:prstGeom prst="rect">
            <a:avLst/>
          </a:prstGeom>
          <a:solidFill>
            <a:schemeClr val="accent3"/>
          </a:solidFill>
          <a:ln cap="flat" cmpd="sng" w="11950">
            <a:solidFill>
              <a:schemeClr val="dk2"/>
            </a:solidFill>
            <a:prstDash val="solid"/>
            <a:round/>
            <a:headEnd len="sm" w="sm" type="none"/>
            <a:tailEnd len="sm" w="sm" type="none"/>
          </a:ln>
        </p:spPr>
        <p:txBody>
          <a:bodyPr anchorCtr="0" anchor="ctr" bIns="115075" lIns="115075" spcFirstLastPara="1" rIns="115075" wrap="square" tIns="115075">
            <a:noAutofit/>
          </a:bodyPr>
          <a:lstStyle/>
          <a:p>
            <a:pPr indent="0" lvl="0" marL="0" rtl="0" algn="ctr">
              <a:spcBef>
                <a:spcPts val="0"/>
              </a:spcBef>
              <a:spcAft>
                <a:spcPts val="0"/>
              </a:spcAft>
              <a:buNone/>
            </a:pPr>
            <a:r>
              <a:rPr lang="en" sz="1761">
                <a:latin typeface="Inter"/>
                <a:ea typeface="Inter"/>
                <a:cs typeface="Inter"/>
                <a:sym typeface="Inter"/>
              </a:rPr>
              <a:t>-1,1</a:t>
            </a:r>
            <a:endParaRPr sz="1761">
              <a:latin typeface="Inter"/>
              <a:ea typeface="Inter"/>
              <a:cs typeface="Inter"/>
              <a:sym typeface="Inter"/>
            </a:endParaRPr>
          </a:p>
        </p:txBody>
      </p:sp>
      <p:sp>
        <p:nvSpPr>
          <p:cNvPr id="604" name="Google Shape;604;p54"/>
          <p:cNvSpPr/>
          <p:nvPr/>
        </p:nvSpPr>
        <p:spPr>
          <a:xfrm>
            <a:off x="7108891" y="3469143"/>
            <a:ext cx="712500" cy="712200"/>
          </a:xfrm>
          <a:prstGeom prst="rect">
            <a:avLst/>
          </a:prstGeom>
          <a:solidFill>
            <a:schemeClr val="accent4"/>
          </a:solidFill>
          <a:ln cap="flat" cmpd="sng" w="11950">
            <a:solidFill>
              <a:schemeClr val="dk2"/>
            </a:solidFill>
            <a:prstDash val="solid"/>
            <a:round/>
            <a:headEnd len="sm" w="sm" type="none"/>
            <a:tailEnd len="sm" w="sm" type="none"/>
          </a:ln>
        </p:spPr>
        <p:txBody>
          <a:bodyPr anchorCtr="0" anchor="ctr" bIns="115075" lIns="115075" spcFirstLastPara="1" rIns="115075" wrap="square" tIns="115075">
            <a:noAutofit/>
          </a:bodyPr>
          <a:lstStyle/>
          <a:p>
            <a:pPr indent="0" lvl="0" marL="0" rtl="0" algn="ctr">
              <a:spcBef>
                <a:spcPts val="0"/>
              </a:spcBef>
              <a:spcAft>
                <a:spcPts val="0"/>
              </a:spcAft>
              <a:buNone/>
            </a:pPr>
            <a:r>
              <a:rPr lang="en" sz="1761">
                <a:latin typeface="Inter"/>
                <a:ea typeface="Inter"/>
                <a:cs typeface="Inter"/>
                <a:sym typeface="Inter"/>
              </a:rPr>
              <a:t>1,-1</a:t>
            </a:r>
            <a:endParaRPr sz="1761">
              <a:latin typeface="Inter"/>
              <a:ea typeface="Inter"/>
              <a:cs typeface="Inter"/>
              <a:sym typeface="Inter"/>
            </a:endParaRPr>
          </a:p>
        </p:txBody>
      </p:sp>
      <p:sp>
        <p:nvSpPr>
          <p:cNvPr id="605" name="Google Shape;605;p54"/>
          <p:cNvSpPr txBox="1"/>
          <p:nvPr/>
        </p:nvSpPr>
        <p:spPr>
          <a:xfrm>
            <a:off x="179775" y="1828575"/>
            <a:ext cx="5136000" cy="2895600"/>
          </a:xfrm>
          <a:prstGeom prst="rect">
            <a:avLst/>
          </a:prstGeom>
          <a:noFill/>
          <a:ln>
            <a:noFill/>
          </a:ln>
        </p:spPr>
        <p:txBody>
          <a:bodyPr anchorCtr="0" anchor="t" bIns="91425" lIns="91425" spcFirstLastPara="1" rIns="91425" wrap="square" tIns="91425">
            <a:noAutofit/>
          </a:bodyPr>
          <a:lstStyle/>
          <a:p>
            <a:pPr indent="-311150" lvl="0" marL="457200" rtl="0" algn="l">
              <a:lnSpc>
                <a:spcPct val="115000"/>
              </a:lnSpc>
              <a:spcBef>
                <a:spcPts val="0"/>
              </a:spcBef>
              <a:spcAft>
                <a:spcPts val="0"/>
              </a:spcAft>
              <a:buClr>
                <a:schemeClr val="lt1"/>
              </a:buClr>
              <a:buSzPts val="1300"/>
              <a:buFont typeface="Inter"/>
              <a:buChar char="-"/>
            </a:pPr>
            <a:r>
              <a:rPr lang="en" sz="1300">
                <a:solidFill>
                  <a:schemeClr val="lt1"/>
                </a:solidFill>
                <a:latin typeface="Inter"/>
                <a:ea typeface="Inter"/>
                <a:cs typeface="Inter"/>
                <a:sym typeface="Inter"/>
              </a:rPr>
              <a:t>Assign coordinates to each block on the board based on its position relative to the central block. </a:t>
            </a:r>
            <a:endParaRPr sz="1300">
              <a:solidFill>
                <a:schemeClr val="lt1"/>
              </a:solidFill>
              <a:latin typeface="Inter"/>
              <a:ea typeface="Inter"/>
              <a:cs typeface="Inter"/>
              <a:sym typeface="Inter"/>
            </a:endParaRPr>
          </a:p>
          <a:p>
            <a:pPr indent="-311150" lvl="0" marL="457200" rtl="0" algn="l">
              <a:lnSpc>
                <a:spcPct val="115000"/>
              </a:lnSpc>
              <a:spcBef>
                <a:spcPts val="0"/>
              </a:spcBef>
              <a:spcAft>
                <a:spcPts val="0"/>
              </a:spcAft>
              <a:buClr>
                <a:schemeClr val="lt1"/>
              </a:buClr>
              <a:buSzPts val="1300"/>
              <a:buFont typeface="Inter"/>
              <a:buChar char="-"/>
            </a:pPr>
            <a:r>
              <a:rPr lang="en" sz="1300">
                <a:solidFill>
                  <a:schemeClr val="lt1"/>
                </a:solidFill>
                <a:latin typeface="Inter"/>
                <a:ea typeface="Inter"/>
                <a:cs typeface="Inter"/>
                <a:sym typeface="Inter"/>
              </a:rPr>
              <a:t>For every block at (m,n) claimed by the second player, the first player should play in the coordinate  (-m,-n).</a:t>
            </a:r>
            <a:endParaRPr sz="1300">
              <a:solidFill>
                <a:schemeClr val="lt1"/>
              </a:solidFill>
              <a:latin typeface="Inter"/>
              <a:ea typeface="Inter"/>
              <a:cs typeface="Inter"/>
              <a:sym typeface="Inter"/>
            </a:endParaRPr>
          </a:p>
          <a:p>
            <a:pPr indent="-311150" lvl="0" marL="457200" rtl="0" algn="l">
              <a:lnSpc>
                <a:spcPct val="115000"/>
              </a:lnSpc>
              <a:spcBef>
                <a:spcPts val="0"/>
              </a:spcBef>
              <a:spcAft>
                <a:spcPts val="0"/>
              </a:spcAft>
              <a:buClr>
                <a:schemeClr val="lt1"/>
              </a:buClr>
              <a:buSzPts val="1300"/>
              <a:buFont typeface="Inter"/>
              <a:buChar char="-"/>
            </a:pPr>
            <a:r>
              <a:rPr lang="en" sz="1300">
                <a:solidFill>
                  <a:schemeClr val="lt1"/>
                </a:solidFill>
                <a:latin typeface="Inter"/>
                <a:ea typeface="Inter"/>
                <a:cs typeface="Inter"/>
                <a:sym typeface="Inter"/>
              </a:rPr>
              <a:t>For every (m,n) there exists a corresponding (-m,-n). As the only block where (m,n) = (-m,-n) is (0,0).</a:t>
            </a:r>
            <a:endParaRPr sz="1300">
              <a:solidFill>
                <a:schemeClr val="lt1"/>
              </a:solidFill>
              <a:latin typeface="Inter"/>
              <a:ea typeface="Inter"/>
              <a:cs typeface="Inter"/>
              <a:sym typeface="Inter"/>
            </a:endParaRPr>
          </a:p>
          <a:p>
            <a:pPr indent="-311150" lvl="0" marL="457200" rtl="0" algn="l">
              <a:lnSpc>
                <a:spcPct val="115000"/>
              </a:lnSpc>
              <a:spcBef>
                <a:spcPts val="0"/>
              </a:spcBef>
              <a:spcAft>
                <a:spcPts val="0"/>
              </a:spcAft>
              <a:buClr>
                <a:schemeClr val="lt1"/>
              </a:buClr>
              <a:buSzPts val="1300"/>
              <a:buFont typeface="Inter"/>
              <a:buChar char="-"/>
            </a:pPr>
            <a:r>
              <a:rPr lang="en" sz="1300">
                <a:solidFill>
                  <a:schemeClr val="lt1"/>
                </a:solidFill>
                <a:latin typeface="Inter"/>
                <a:ea typeface="Inter"/>
                <a:cs typeface="Inter"/>
                <a:sym typeface="Inter"/>
              </a:rPr>
              <a:t> All moves made by the first player are reflections of moves made by the second player, and so an illegal move made by the first player was first made by the second player, which would result in a loss for the second player. </a:t>
            </a:r>
            <a:endParaRPr sz="1300">
              <a:solidFill>
                <a:schemeClr val="lt1"/>
              </a:solidFill>
              <a:latin typeface="Inter"/>
              <a:ea typeface="Inter"/>
              <a:cs typeface="Inter"/>
              <a:sym typeface="Inte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55"/>
          <p:cNvSpPr txBox="1"/>
          <p:nvPr>
            <p:ph type="title"/>
          </p:nvPr>
        </p:nvSpPr>
        <p:spPr>
          <a:xfrm>
            <a:off x="2209200" y="762825"/>
            <a:ext cx="4725600" cy="461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Questions for the Future</a:t>
            </a:r>
            <a:endParaRPr/>
          </a:p>
        </p:txBody>
      </p:sp>
      <p:sp>
        <p:nvSpPr>
          <p:cNvPr id="611" name="Google Shape;611;p55"/>
          <p:cNvSpPr/>
          <p:nvPr/>
        </p:nvSpPr>
        <p:spPr>
          <a:xfrm>
            <a:off x="1331532" y="2438771"/>
            <a:ext cx="418800" cy="418800"/>
          </a:xfrm>
          <a:prstGeom prst="rect">
            <a:avLst/>
          </a:prstGeom>
          <a:solidFill>
            <a:schemeClr val="lt1"/>
          </a:solidFill>
          <a:ln cap="flat" cmpd="sng" w="7025">
            <a:solidFill>
              <a:schemeClr val="dk2"/>
            </a:solidFill>
            <a:prstDash val="solid"/>
            <a:round/>
            <a:headEnd len="sm" w="sm" type="none"/>
            <a:tailEnd len="sm" w="sm" type="none"/>
          </a:ln>
        </p:spPr>
        <p:txBody>
          <a:bodyPr anchorCtr="0" anchor="ctr" bIns="67650" lIns="67650" spcFirstLastPara="1" rIns="67650" wrap="square" tIns="67650">
            <a:noAutofit/>
          </a:bodyPr>
          <a:lstStyle/>
          <a:p>
            <a:pPr indent="0" lvl="0" marL="0" rtl="0" algn="ctr">
              <a:spcBef>
                <a:spcPts val="0"/>
              </a:spcBef>
              <a:spcAft>
                <a:spcPts val="0"/>
              </a:spcAft>
              <a:buNone/>
            </a:pPr>
            <a:r>
              <a:t/>
            </a:r>
            <a:endParaRPr sz="1035">
              <a:latin typeface="Inter"/>
              <a:ea typeface="Inter"/>
              <a:cs typeface="Inter"/>
              <a:sym typeface="Inter"/>
            </a:endParaRPr>
          </a:p>
        </p:txBody>
      </p:sp>
      <p:sp>
        <p:nvSpPr>
          <p:cNvPr id="612" name="Google Shape;612;p55"/>
          <p:cNvSpPr/>
          <p:nvPr/>
        </p:nvSpPr>
        <p:spPr>
          <a:xfrm>
            <a:off x="1815699" y="2438771"/>
            <a:ext cx="418800" cy="418800"/>
          </a:xfrm>
          <a:prstGeom prst="rect">
            <a:avLst/>
          </a:prstGeom>
          <a:solidFill>
            <a:schemeClr val="lt2"/>
          </a:solidFill>
          <a:ln cap="flat" cmpd="sng" w="7025">
            <a:solidFill>
              <a:schemeClr val="dk2"/>
            </a:solidFill>
            <a:prstDash val="solid"/>
            <a:round/>
            <a:headEnd len="sm" w="sm" type="none"/>
            <a:tailEnd len="sm" w="sm" type="none"/>
          </a:ln>
        </p:spPr>
        <p:txBody>
          <a:bodyPr anchorCtr="0" anchor="ctr" bIns="67650" lIns="67650" spcFirstLastPara="1" rIns="67650" wrap="square" tIns="67650">
            <a:noAutofit/>
          </a:bodyPr>
          <a:lstStyle/>
          <a:p>
            <a:pPr indent="0" lvl="0" marL="0" rtl="0" algn="ctr">
              <a:spcBef>
                <a:spcPts val="0"/>
              </a:spcBef>
              <a:spcAft>
                <a:spcPts val="0"/>
              </a:spcAft>
              <a:buNone/>
            </a:pPr>
            <a:r>
              <a:t/>
            </a:r>
            <a:endParaRPr sz="1035">
              <a:latin typeface="Inter"/>
              <a:ea typeface="Inter"/>
              <a:cs typeface="Inter"/>
              <a:sym typeface="Inter"/>
            </a:endParaRPr>
          </a:p>
        </p:txBody>
      </p:sp>
      <p:sp>
        <p:nvSpPr>
          <p:cNvPr id="613" name="Google Shape;613;p55"/>
          <p:cNvSpPr/>
          <p:nvPr/>
        </p:nvSpPr>
        <p:spPr>
          <a:xfrm>
            <a:off x="1323350" y="2922089"/>
            <a:ext cx="418800" cy="409500"/>
          </a:xfrm>
          <a:prstGeom prst="rect">
            <a:avLst/>
          </a:prstGeom>
          <a:solidFill>
            <a:schemeClr val="lt2"/>
          </a:solidFill>
          <a:ln cap="flat" cmpd="sng" w="7025">
            <a:solidFill>
              <a:schemeClr val="dk2"/>
            </a:solidFill>
            <a:prstDash val="solid"/>
            <a:round/>
            <a:headEnd len="sm" w="sm" type="none"/>
            <a:tailEnd len="sm" w="sm" type="none"/>
          </a:ln>
        </p:spPr>
        <p:txBody>
          <a:bodyPr anchorCtr="0" anchor="ctr" bIns="67650" lIns="67650" spcFirstLastPara="1" rIns="67650" wrap="square" tIns="67650">
            <a:noAutofit/>
          </a:bodyPr>
          <a:lstStyle/>
          <a:p>
            <a:pPr indent="0" lvl="0" marL="0" rtl="0" algn="ctr">
              <a:spcBef>
                <a:spcPts val="0"/>
              </a:spcBef>
              <a:spcAft>
                <a:spcPts val="0"/>
              </a:spcAft>
              <a:buNone/>
            </a:pPr>
            <a:r>
              <a:t/>
            </a:r>
            <a:endParaRPr sz="1035">
              <a:latin typeface="Inter"/>
              <a:ea typeface="Inter"/>
              <a:cs typeface="Inter"/>
              <a:sym typeface="Inter"/>
            </a:endParaRPr>
          </a:p>
        </p:txBody>
      </p:sp>
      <p:sp>
        <p:nvSpPr>
          <p:cNvPr id="614" name="Google Shape;614;p55"/>
          <p:cNvSpPr/>
          <p:nvPr/>
        </p:nvSpPr>
        <p:spPr>
          <a:xfrm>
            <a:off x="1815699" y="2922089"/>
            <a:ext cx="418800" cy="409500"/>
          </a:xfrm>
          <a:prstGeom prst="rect">
            <a:avLst/>
          </a:prstGeom>
          <a:solidFill>
            <a:schemeClr val="lt2"/>
          </a:solidFill>
          <a:ln cap="flat" cmpd="sng" w="7025">
            <a:solidFill>
              <a:schemeClr val="dk2"/>
            </a:solidFill>
            <a:prstDash val="solid"/>
            <a:round/>
            <a:headEnd len="sm" w="sm" type="none"/>
            <a:tailEnd len="sm" w="sm" type="none"/>
          </a:ln>
        </p:spPr>
        <p:txBody>
          <a:bodyPr anchorCtr="0" anchor="ctr" bIns="67650" lIns="67650" spcFirstLastPara="1" rIns="67650" wrap="square" tIns="67650">
            <a:noAutofit/>
          </a:bodyPr>
          <a:lstStyle/>
          <a:p>
            <a:pPr indent="0" lvl="0" marL="0" rtl="0" algn="ctr">
              <a:spcBef>
                <a:spcPts val="0"/>
              </a:spcBef>
              <a:spcAft>
                <a:spcPts val="0"/>
              </a:spcAft>
              <a:buNone/>
            </a:pPr>
            <a:r>
              <a:t/>
            </a:r>
            <a:endParaRPr sz="1035">
              <a:latin typeface="Inter"/>
              <a:ea typeface="Inter"/>
              <a:cs typeface="Inter"/>
              <a:sym typeface="Inter"/>
            </a:endParaRPr>
          </a:p>
        </p:txBody>
      </p:sp>
      <p:sp>
        <p:nvSpPr>
          <p:cNvPr id="615" name="Google Shape;615;p55"/>
          <p:cNvSpPr/>
          <p:nvPr/>
        </p:nvSpPr>
        <p:spPr>
          <a:xfrm>
            <a:off x="2316246" y="2438771"/>
            <a:ext cx="418800" cy="418800"/>
          </a:xfrm>
          <a:prstGeom prst="rect">
            <a:avLst/>
          </a:prstGeom>
          <a:solidFill>
            <a:schemeClr val="lt1"/>
          </a:solidFill>
          <a:ln cap="flat" cmpd="sng" w="7025">
            <a:solidFill>
              <a:schemeClr val="dk2"/>
            </a:solidFill>
            <a:prstDash val="solid"/>
            <a:round/>
            <a:headEnd len="sm" w="sm" type="none"/>
            <a:tailEnd len="sm" w="sm" type="none"/>
          </a:ln>
        </p:spPr>
        <p:txBody>
          <a:bodyPr anchorCtr="0" anchor="ctr" bIns="67650" lIns="67650" spcFirstLastPara="1" rIns="67650" wrap="square" tIns="67650">
            <a:noAutofit/>
          </a:bodyPr>
          <a:lstStyle/>
          <a:p>
            <a:pPr indent="0" lvl="0" marL="0" rtl="0" algn="ctr">
              <a:spcBef>
                <a:spcPts val="0"/>
              </a:spcBef>
              <a:spcAft>
                <a:spcPts val="0"/>
              </a:spcAft>
              <a:buNone/>
            </a:pPr>
            <a:r>
              <a:t/>
            </a:r>
            <a:endParaRPr sz="1035">
              <a:latin typeface="Inter"/>
              <a:ea typeface="Inter"/>
              <a:cs typeface="Inter"/>
              <a:sym typeface="Inter"/>
            </a:endParaRPr>
          </a:p>
        </p:txBody>
      </p:sp>
      <p:sp>
        <p:nvSpPr>
          <p:cNvPr id="616" name="Google Shape;616;p55"/>
          <p:cNvSpPr/>
          <p:nvPr/>
        </p:nvSpPr>
        <p:spPr>
          <a:xfrm>
            <a:off x="2800413" y="2438771"/>
            <a:ext cx="418800" cy="418800"/>
          </a:xfrm>
          <a:prstGeom prst="rect">
            <a:avLst/>
          </a:prstGeom>
          <a:solidFill>
            <a:schemeClr val="lt2"/>
          </a:solidFill>
          <a:ln cap="flat" cmpd="sng" w="7025">
            <a:solidFill>
              <a:schemeClr val="dk2"/>
            </a:solidFill>
            <a:prstDash val="solid"/>
            <a:round/>
            <a:headEnd len="sm" w="sm" type="none"/>
            <a:tailEnd len="sm" w="sm" type="none"/>
          </a:ln>
        </p:spPr>
        <p:txBody>
          <a:bodyPr anchorCtr="0" anchor="ctr" bIns="67650" lIns="67650" spcFirstLastPara="1" rIns="67650" wrap="square" tIns="67650">
            <a:noAutofit/>
          </a:bodyPr>
          <a:lstStyle/>
          <a:p>
            <a:pPr indent="0" lvl="0" marL="0" rtl="0" algn="ctr">
              <a:spcBef>
                <a:spcPts val="0"/>
              </a:spcBef>
              <a:spcAft>
                <a:spcPts val="0"/>
              </a:spcAft>
              <a:buNone/>
            </a:pPr>
            <a:r>
              <a:t/>
            </a:r>
            <a:endParaRPr sz="1035">
              <a:latin typeface="Inter"/>
              <a:ea typeface="Inter"/>
              <a:cs typeface="Inter"/>
              <a:sym typeface="Inter"/>
            </a:endParaRPr>
          </a:p>
        </p:txBody>
      </p:sp>
      <p:sp>
        <p:nvSpPr>
          <p:cNvPr id="617" name="Google Shape;617;p55"/>
          <p:cNvSpPr/>
          <p:nvPr/>
        </p:nvSpPr>
        <p:spPr>
          <a:xfrm>
            <a:off x="2308064" y="2922089"/>
            <a:ext cx="418800" cy="409500"/>
          </a:xfrm>
          <a:prstGeom prst="rect">
            <a:avLst/>
          </a:prstGeom>
          <a:solidFill>
            <a:schemeClr val="lt2"/>
          </a:solidFill>
          <a:ln cap="flat" cmpd="sng" w="7025">
            <a:solidFill>
              <a:schemeClr val="dk2"/>
            </a:solidFill>
            <a:prstDash val="solid"/>
            <a:round/>
            <a:headEnd len="sm" w="sm" type="none"/>
            <a:tailEnd len="sm" w="sm" type="none"/>
          </a:ln>
        </p:spPr>
        <p:txBody>
          <a:bodyPr anchorCtr="0" anchor="ctr" bIns="67650" lIns="67650" spcFirstLastPara="1" rIns="67650" wrap="square" tIns="67650">
            <a:noAutofit/>
          </a:bodyPr>
          <a:lstStyle/>
          <a:p>
            <a:pPr indent="0" lvl="0" marL="0" rtl="0" algn="ctr">
              <a:spcBef>
                <a:spcPts val="0"/>
              </a:spcBef>
              <a:spcAft>
                <a:spcPts val="0"/>
              </a:spcAft>
              <a:buNone/>
            </a:pPr>
            <a:r>
              <a:t/>
            </a:r>
            <a:endParaRPr sz="1035">
              <a:latin typeface="Inter"/>
              <a:ea typeface="Inter"/>
              <a:cs typeface="Inter"/>
              <a:sym typeface="Inter"/>
            </a:endParaRPr>
          </a:p>
        </p:txBody>
      </p:sp>
      <p:sp>
        <p:nvSpPr>
          <p:cNvPr id="618" name="Google Shape;618;p55"/>
          <p:cNvSpPr/>
          <p:nvPr/>
        </p:nvSpPr>
        <p:spPr>
          <a:xfrm>
            <a:off x="2800413" y="2922089"/>
            <a:ext cx="418800" cy="409500"/>
          </a:xfrm>
          <a:prstGeom prst="rect">
            <a:avLst/>
          </a:prstGeom>
          <a:solidFill>
            <a:schemeClr val="lt2"/>
          </a:solidFill>
          <a:ln cap="flat" cmpd="sng" w="7025">
            <a:solidFill>
              <a:schemeClr val="dk2"/>
            </a:solidFill>
            <a:prstDash val="solid"/>
            <a:round/>
            <a:headEnd len="sm" w="sm" type="none"/>
            <a:tailEnd len="sm" w="sm" type="none"/>
          </a:ln>
        </p:spPr>
        <p:txBody>
          <a:bodyPr anchorCtr="0" anchor="ctr" bIns="67650" lIns="67650" spcFirstLastPara="1" rIns="67650" wrap="square" tIns="67650">
            <a:noAutofit/>
          </a:bodyPr>
          <a:lstStyle/>
          <a:p>
            <a:pPr indent="0" lvl="0" marL="0" rtl="0" algn="ctr">
              <a:spcBef>
                <a:spcPts val="0"/>
              </a:spcBef>
              <a:spcAft>
                <a:spcPts val="0"/>
              </a:spcAft>
              <a:buNone/>
            </a:pPr>
            <a:r>
              <a:t/>
            </a:r>
            <a:endParaRPr sz="1035">
              <a:latin typeface="Inter"/>
              <a:ea typeface="Inter"/>
              <a:cs typeface="Inter"/>
              <a:sym typeface="Inter"/>
            </a:endParaRPr>
          </a:p>
        </p:txBody>
      </p:sp>
      <p:sp>
        <p:nvSpPr>
          <p:cNvPr id="619" name="Google Shape;619;p55"/>
          <p:cNvSpPr/>
          <p:nvPr/>
        </p:nvSpPr>
        <p:spPr>
          <a:xfrm>
            <a:off x="3292788" y="2438771"/>
            <a:ext cx="418800" cy="418800"/>
          </a:xfrm>
          <a:prstGeom prst="rect">
            <a:avLst/>
          </a:prstGeom>
          <a:solidFill>
            <a:schemeClr val="lt2"/>
          </a:solidFill>
          <a:ln cap="flat" cmpd="sng" w="7025">
            <a:solidFill>
              <a:schemeClr val="dk2"/>
            </a:solidFill>
            <a:prstDash val="solid"/>
            <a:round/>
            <a:headEnd len="sm" w="sm" type="none"/>
            <a:tailEnd len="sm" w="sm" type="none"/>
          </a:ln>
        </p:spPr>
        <p:txBody>
          <a:bodyPr anchorCtr="0" anchor="ctr" bIns="67650" lIns="67650" spcFirstLastPara="1" rIns="67650" wrap="square" tIns="67650">
            <a:noAutofit/>
          </a:bodyPr>
          <a:lstStyle/>
          <a:p>
            <a:pPr indent="0" lvl="0" marL="0" rtl="0" algn="ctr">
              <a:spcBef>
                <a:spcPts val="0"/>
              </a:spcBef>
              <a:spcAft>
                <a:spcPts val="0"/>
              </a:spcAft>
              <a:buNone/>
            </a:pPr>
            <a:r>
              <a:t/>
            </a:r>
            <a:endParaRPr sz="1035">
              <a:latin typeface="Inter"/>
              <a:ea typeface="Inter"/>
              <a:cs typeface="Inter"/>
              <a:sym typeface="Inter"/>
            </a:endParaRPr>
          </a:p>
        </p:txBody>
      </p:sp>
      <p:sp>
        <p:nvSpPr>
          <p:cNvPr id="620" name="Google Shape;620;p55"/>
          <p:cNvSpPr/>
          <p:nvPr/>
        </p:nvSpPr>
        <p:spPr>
          <a:xfrm>
            <a:off x="3292788" y="2922089"/>
            <a:ext cx="418800" cy="409500"/>
          </a:xfrm>
          <a:prstGeom prst="rect">
            <a:avLst/>
          </a:prstGeom>
          <a:solidFill>
            <a:schemeClr val="lt2"/>
          </a:solidFill>
          <a:ln cap="flat" cmpd="sng" w="7025">
            <a:solidFill>
              <a:schemeClr val="dk2"/>
            </a:solidFill>
            <a:prstDash val="solid"/>
            <a:round/>
            <a:headEnd len="sm" w="sm" type="none"/>
            <a:tailEnd len="sm" w="sm" type="none"/>
          </a:ln>
        </p:spPr>
        <p:txBody>
          <a:bodyPr anchorCtr="0" anchor="ctr" bIns="67650" lIns="67650" spcFirstLastPara="1" rIns="67650" wrap="square" tIns="67650">
            <a:noAutofit/>
          </a:bodyPr>
          <a:lstStyle/>
          <a:p>
            <a:pPr indent="0" lvl="0" marL="0" rtl="0" algn="ctr">
              <a:spcBef>
                <a:spcPts val="0"/>
              </a:spcBef>
              <a:spcAft>
                <a:spcPts val="0"/>
              </a:spcAft>
              <a:buNone/>
            </a:pPr>
            <a:r>
              <a:t/>
            </a:r>
            <a:endParaRPr sz="1035">
              <a:latin typeface="Inter"/>
              <a:ea typeface="Inter"/>
              <a:cs typeface="Inter"/>
              <a:sym typeface="Inter"/>
            </a:endParaRPr>
          </a:p>
        </p:txBody>
      </p:sp>
      <p:sp>
        <p:nvSpPr>
          <p:cNvPr id="621" name="Google Shape;621;p55"/>
          <p:cNvSpPr/>
          <p:nvPr/>
        </p:nvSpPr>
        <p:spPr>
          <a:xfrm>
            <a:off x="5262232" y="1593987"/>
            <a:ext cx="418800" cy="418800"/>
          </a:xfrm>
          <a:prstGeom prst="rect">
            <a:avLst/>
          </a:prstGeom>
          <a:solidFill>
            <a:schemeClr val="lt1"/>
          </a:solidFill>
          <a:ln cap="flat" cmpd="sng" w="7025">
            <a:solidFill>
              <a:schemeClr val="dk2"/>
            </a:solidFill>
            <a:prstDash val="solid"/>
            <a:round/>
            <a:headEnd len="sm" w="sm" type="none"/>
            <a:tailEnd len="sm" w="sm" type="none"/>
          </a:ln>
        </p:spPr>
        <p:txBody>
          <a:bodyPr anchorCtr="0" anchor="ctr" bIns="67650" lIns="67650" spcFirstLastPara="1" rIns="67650" wrap="square" tIns="67650">
            <a:noAutofit/>
          </a:bodyPr>
          <a:lstStyle/>
          <a:p>
            <a:pPr indent="0" lvl="0" marL="0" rtl="0" algn="ctr">
              <a:spcBef>
                <a:spcPts val="0"/>
              </a:spcBef>
              <a:spcAft>
                <a:spcPts val="0"/>
              </a:spcAft>
              <a:buNone/>
            </a:pPr>
            <a:r>
              <a:t/>
            </a:r>
            <a:endParaRPr sz="1035">
              <a:latin typeface="Inter"/>
              <a:ea typeface="Inter"/>
              <a:cs typeface="Inter"/>
              <a:sym typeface="Inter"/>
            </a:endParaRPr>
          </a:p>
        </p:txBody>
      </p:sp>
      <p:sp>
        <p:nvSpPr>
          <p:cNvPr id="622" name="Google Shape;622;p55"/>
          <p:cNvSpPr/>
          <p:nvPr/>
        </p:nvSpPr>
        <p:spPr>
          <a:xfrm>
            <a:off x="5746399" y="1593987"/>
            <a:ext cx="418800" cy="418800"/>
          </a:xfrm>
          <a:prstGeom prst="rect">
            <a:avLst/>
          </a:prstGeom>
          <a:solidFill>
            <a:schemeClr val="lt2"/>
          </a:solidFill>
          <a:ln cap="flat" cmpd="sng" w="7025">
            <a:solidFill>
              <a:schemeClr val="dk2"/>
            </a:solidFill>
            <a:prstDash val="solid"/>
            <a:round/>
            <a:headEnd len="sm" w="sm" type="none"/>
            <a:tailEnd len="sm" w="sm" type="none"/>
          </a:ln>
        </p:spPr>
        <p:txBody>
          <a:bodyPr anchorCtr="0" anchor="ctr" bIns="67650" lIns="67650" spcFirstLastPara="1" rIns="67650" wrap="square" tIns="67650">
            <a:noAutofit/>
          </a:bodyPr>
          <a:lstStyle/>
          <a:p>
            <a:pPr indent="0" lvl="0" marL="0" rtl="0" algn="ctr">
              <a:spcBef>
                <a:spcPts val="0"/>
              </a:spcBef>
              <a:spcAft>
                <a:spcPts val="0"/>
              </a:spcAft>
              <a:buNone/>
            </a:pPr>
            <a:r>
              <a:t/>
            </a:r>
            <a:endParaRPr sz="1035">
              <a:latin typeface="Inter"/>
              <a:ea typeface="Inter"/>
              <a:cs typeface="Inter"/>
              <a:sym typeface="Inter"/>
            </a:endParaRPr>
          </a:p>
        </p:txBody>
      </p:sp>
      <p:sp>
        <p:nvSpPr>
          <p:cNvPr id="623" name="Google Shape;623;p55"/>
          <p:cNvSpPr/>
          <p:nvPr/>
        </p:nvSpPr>
        <p:spPr>
          <a:xfrm>
            <a:off x="5254050" y="2077305"/>
            <a:ext cx="418800" cy="409500"/>
          </a:xfrm>
          <a:prstGeom prst="rect">
            <a:avLst/>
          </a:prstGeom>
          <a:solidFill>
            <a:schemeClr val="lt2"/>
          </a:solidFill>
          <a:ln cap="flat" cmpd="sng" w="7025">
            <a:solidFill>
              <a:schemeClr val="dk2"/>
            </a:solidFill>
            <a:prstDash val="solid"/>
            <a:round/>
            <a:headEnd len="sm" w="sm" type="none"/>
            <a:tailEnd len="sm" w="sm" type="none"/>
          </a:ln>
        </p:spPr>
        <p:txBody>
          <a:bodyPr anchorCtr="0" anchor="ctr" bIns="67650" lIns="67650" spcFirstLastPara="1" rIns="67650" wrap="square" tIns="67650">
            <a:noAutofit/>
          </a:bodyPr>
          <a:lstStyle/>
          <a:p>
            <a:pPr indent="0" lvl="0" marL="0" rtl="0" algn="ctr">
              <a:spcBef>
                <a:spcPts val="0"/>
              </a:spcBef>
              <a:spcAft>
                <a:spcPts val="0"/>
              </a:spcAft>
              <a:buNone/>
            </a:pPr>
            <a:r>
              <a:t/>
            </a:r>
            <a:endParaRPr sz="1035">
              <a:latin typeface="Inter"/>
              <a:ea typeface="Inter"/>
              <a:cs typeface="Inter"/>
              <a:sym typeface="Inter"/>
            </a:endParaRPr>
          </a:p>
        </p:txBody>
      </p:sp>
      <p:sp>
        <p:nvSpPr>
          <p:cNvPr id="624" name="Google Shape;624;p55"/>
          <p:cNvSpPr/>
          <p:nvPr/>
        </p:nvSpPr>
        <p:spPr>
          <a:xfrm>
            <a:off x="5746399" y="2077305"/>
            <a:ext cx="418800" cy="409500"/>
          </a:xfrm>
          <a:prstGeom prst="rect">
            <a:avLst/>
          </a:prstGeom>
          <a:solidFill>
            <a:schemeClr val="lt1"/>
          </a:solidFill>
          <a:ln cap="flat" cmpd="sng" w="7025">
            <a:solidFill>
              <a:schemeClr val="dk2"/>
            </a:solidFill>
            <a:prstDash val="solid"/>
            <a:round/>
            <a:headEnd len="sm" w="sm" type="none"/>
            <a:tailEnd len="sm" w="sm" type="none"/>
          </a:ln>
        </p:spPr>
        <p:txBody>
          <a:bodyPr anchorCtr="0" anchor="ctr" bIns="67650" lIns="67650" spcFirstLastPara="1" rIns="67650" wrap="square" tIns="67650">
            <a:noAutofit/>
          </a:bodyPr>
          <a:lstStyle/>
          <a:p>
            <a:pPr indent="0" lvl="0" marL="0" rtl="0" algn="ctr">
              <a:spcBef>
                <a:spcPts val="0"/>
              </a:spcBef>
              <a:spcAft>
                <a:spcPts val="0"/>
              </a:spcAft>
              <a:buNone/>
            </a:pPr>
            <a:r>
              <a:t/>
            </a:r>
            <a:endParaRPr sz="1035">
              <a:latin typeface="Inter"/>
              <a:ea typeface="Inter"/>
              <a:cs typeface="Inter"/>
              <a:sym typeface="Inter"/>
            </a:endParaRPr>
          </a:p>
        </p:txBody>
      </p:sp>
      <p:sp>
        <p:nvSpPr>
          <p:cNvPr id="625" name="Google Shape;625;p55"/>
          <p:cNvSpPr/>
          <p:nvPr/>
        </p:nvSpPr>
        <p:spPr>
          <a:xfrm>
            <a:off x="6238762" y="1594000"/>
            <a:ext cx="418800" cy="418800"/>
          </a:xfrm>
          <a:prstGeom prst="rect">
            <a:avLst/>
          </a:prstGeom>
          <a:solidFill>
            <a:schemeClr val="lt1"/>
          </a:solidFill>
          <a:ln cap="flat" cmpd="sng" w="7025">
            <a:solidFill>
              <a:schemeClr val="dk2"/>
            </a:solidFill>
            <a:prstDash val="solid"/>
            <a:round/>
            <a:headEnd len="sm" w="sm" type="none"/>
            <a:tailEnd len="sm" w="sm" type="none"/>
          </a:ln>
        </p:spPr>
        <p:txBody>
          <a:bodyPr anchorCtr="0" anchor="ctr" bIns="67650" lIns="67650" spcFirstLastPara="1" rIns="67650" wrap="square" tIns="67650">
            <a:noAutofit/>
          </a:bodyPr>
          <a:lstStyle/>
          <a:p>
            <a:pPr indent="0" lvl="0" marL="0" rtl="0" algn="ctr">
              <a:spcBef>
                <a:spcPts val="0"/>
              </a:spcBef>
              <a:spcAft>
                <a:spcPts val="0"/>
              </a:spcAft>
              <a:buNone/>
            </a:pPr>
            <a:r>
              <a:t/>
            </a:r>
            <a:endParaRPr sz="1035">
              <a:latin typeface="Inter"/>
              <a:ea typeface="Inter"/>
              <a:cs typeface="Inter"/>
              <a:sym typeface="Inter"/>
            </a:endParaRPr>
          </a:p>
        </p:txBody>
      </p:sp>
      <p:sp>
        <p:nvSpPr>
          <p:cNvPr id="626" name="Google Shape;626;p55"/>
          <p:cNvSpPr/>
          <p:nvPr/>
        </p:nvSpPr>
        <p:spPr>
          <a:xfrm>
            <a:off x="6722930" y="1594000"/>
            <a:ext cx="418800" cy="418800"/>
          </a:xfrm>
          <a:prstGeom prst="rect">
            <a:avLst/>
          </a:prstGeom>
          <a:solidFill>
            <a:schemeClr val="lt2"/>
          </a:solidFill>
          <a:ln cap="flat" cmpd="sng" w="7025">
            <a:solidFill>
              <a:schemeClr val="dk2"/>
            </a:solidFill>
            <a:prstDash val="solid"/>
            <a:round/>
            <a:headEnd len="sm" w="sm" type="none"/>
            <a:tailEnd len="sm" w="sm" type="none"/>
          </a:ln>
        </p:spPr>
        <p:txBody>
          <a:bodyPr anchorCtr="0" anchor="ctr" bIns="67650" lIns="67650" spcFirstLastPara="1" rIns="67650" wrap="square" tIns="67650">
            <a:noAutofit/>
          </a:bodyPr>
          <a:lstStyle/>
          <a:p>
            <a:pPr indent="0" lvl="0" marL="0" rtl="0" algn="ctr">
              <a:spcBef>
                <a:spcPts val="0"/>
              </a:spcBef>
              <a:spcAft>
                <a:spcPts val="0"/>
              </a:spcAft>
              <a:buNone/>
            </a:pPr>
            <a:r>
              <a:t/>
            </a:r>
            <a:endParaRPr sz="1035">
              <a:latin typeface="Inter"/>
              <a:ea typeface="Inter"/>
              <a:cs typeface="Inter"/>
              <a:sym typeface="Inter"/>
            </a:endParaRPr>
          </a:p>
        </p:txBody>
      </p:sp>
      <p:sp>
        <p:nvSpPr>
          <p:cNvPr id="627" name="Google Shape;627;p55"/>
          <p:cNvSpPr/>
          <p:nvPr/>
        </p:nvSpPr>
        <p:spPr>
          <a:xfrm>
            <a:off x="6230580" y="2077318"/>
            <a:ext cx="418800" cy="409500"/>
          </a:xfrm>
          <a:prstGeom prst="rect">
            <a:avLst/>
          </a:prstGeom>
          <a:solidFill>
            <a:schemeClr val="lt1"/>
          </a:solidFill>
          <a:ln cap="flat" cmpd="sng" w="7025">
            <a:solidFill>
              <a:schemeClr val="accent4"/>
            </a:solidFill>
            <a:prstDash val="solid"/>
            <a:round/>
            <a:headEnd len="sm" w="sm" type="none"/>
            <a:tailEnd len="sm" w="sm" type="none"/>
          </a:ln>
        </p:spPr>
        <p:txBody>
          <a:bodyPr anchorCtr="0" anchor="ctr" bIns="67650" lIns="67650" spcFirstLastPara="1" rIns="67650" wrap="square" tIns="67650">
            <a:noAutofit/>
          </a:bodyPr>
          <a:lstStyle/>
          <a:p>
            <a:pPr indent="0" lvl="0" marL="0" rtl="0" algn="ctr">
              <a:spcBef>
                <a:spcPts val="0"/>
              </a:spcBef>
              <a:spcAft>
                <a:spcPts val="0"/>
              </a:spcAft>
              <a:buNone/>
            </a:pPr>
            <a:r>
              <a:t/>
            </a:r>
            <a:endParaRPr sz="1035">
              <a:latin typeface="Inter"/>
              <a:ea typeface="Inter"/>
              <a:cs typeface="Inter"/>
              <a:sym typeface="Inter"/>
            </a:endParaRPr>
          </a:p>
        </p:txBody>
      </p:sp>
      <p:sp>
        <p:nvSpPr>
          <p:cNvPr id="628" name="Google Shape;628;p55"/>
          <p:cNvSpPr/>
          <p:nvPr/>
        </p:nvSpPr>
        <p:spPr>
          <a:xfrm>
            <a:off x="6722930" y="2077318"/>
            <a:ext cx="418800" cy="409500"/>
          </a:xfrm>
          <a:prstGeom prst="rect">
            <a:avLst/>
          </a:prstGeom>
          <a:solidFill>
            <a:schemeClr val="lt2"/>
          </a:solidFill>
          <a:ln cap="flat" cmpd="sng" w="7025">
            <a:solidFill>
              <a:schemeClr val="dk2"/>
            </a:solidFill>
            <a:prstDash val="solid"/>
            <a:round/>
            <a:headEnd len="sm" w="sm" type="none"/>
            <a:tailEnd len="sm" w="sm" type="none"/>
          </a:ln>
        </p:spPr>
        <p:txBody>
          <a:bodyPr anchorCtr="0" anchor="ctr" bIns="67650" lIns="67650" spcFirstLastPara="1" rIns="67650" wrap="square" tIns="67650">
            <a:noAutofit/>
          </a:bodyPr>
          <a:lstStyle/>
          <a:p>
            <a:pPr indent="0" lvl="0" marL="0" rtl="0" algn="ctr">
              <a:spcBef>
                <a:spcPts val="0"/>
              </a:spcBef>
              <a:spcAft>
                <a:spcPts val="0"/>
              </a:spcAft>
              <a:buNone/>
            </a:pPr>
            <a:r>
              <a:t/>
            </a:r>
            <a:endParaRPr sz="1035">
              <a:latin typeface="Inter"/>
              <a:ea typeface="Inter"/>
              <a:cs typeface="Inter"/>
              <a:sym typeface="Inter"/>
            </a:endParaRPr>
          </a:p>
        </p:txBody>
      </p:sp>
      <p:sp>
        <p:nvSpPr>
          <p:cNvPr id="629" name="Google Shape;629;p55"/>
          <p:cNvSpPr/>
          <p:nvPr/>
        </p:nvSpPr>
        <p:spPr>
          <a:xfrm>
            <a:off x="5262232" y="2551358"/>
            <a:ext cx="418800" cy="418800"/>
          </a:xfrm>
          <a:prstGeom prst="rect">
            <a:avLst/>
          </a:prstGeom>
          <a:solidFill>
            <a:schemeClr val="lt1"/>
          </a:solidFill>
          <a:ln cap="flat" cmpd="sng" w="7025">
            <a:solidFill>
              <a:schemeClr val="dk2"/>
            </a:solidFill>
            <a:prstDash val="solid"/>
            <a:round/>
            <a:headEnd len="sm" w="sm" type="none"/>
            <a:tailEnd len="sm" w="sm" type="none"/>
          </a:ln>
        </p:spPr>
        <p:txBody>
          <a:bodyPr anchorCtr="0" anchor="ctr" bIns="67650" lIns="67650" spcFirstLastPara="1" rIns="67650" wrap="square" tIns="67650">
            <a:noAutofit/>
          </a:bodyPr>
          <a:lstStyle/>
          <a:p>
            <a:pPr indent="0" lvl="0" marL="0" rtl="0" algn="ctr">
              <a:spcBef>
                <a:spcPts val="0"/>
              </a:spcBef>
              <a:spcAft>
                <a:spcPts val="0"/>
              </a:spcAft>
              <a:buNone/>
            </a:pPr>
            <a:r>
              <a:t/>
            </a:r>
            <a:endParaRPr sz="1035">
              <a:latin typeface="Inter"/>
              <a:ea typeface="Inter"/>
              <a:cs typeface="Inter"/>
              <a:sym typeface="Inter"/>
            </a:endParaRPr>
          </a:p>
        </p:txBody>
      </p:sp>
      <p:sp>
        <p:nvSpPr>
          <p:cNvPr id="630" name="Google Shape;630;p55"/>
          <p:cNvSpPr/>
          <p:nvPr/>
        </p:nvSpPr>
        <p:spPr>
          <a:xfrm>
            <a:off x="5746399" y="2551358"/>
            <a:ext cx="418800" cy="418800"/>
          </a:xfrm>
          <a:prstGeom prst="rect">
            <a:avLst/>
          </a:prstGeom>
          <a:solidFill>
            <a:schemeClr val="lt2"/>
          </a:solidFill>
          <a:ln cap="flat" cmpd="sng" w="7025">
            <a:solidFill>
              <a:schemeClr val="dk2"/>
            </a:solidFill>
            <a:prstDash val="solid"/>
            <a:round/>
            <a:headEnd len="sm" w="sm" type="none"/>
            <a:tailEnd len="sm" w="sm" type="none"/>
          </a:ln>
        </p:spPr>
        <p:txBody>
          <a:bodyPr anchorCtr="0" anchor="ctr" bIns="67650" lIns="67650" spcFirstLastPara="1" rIns="67650" wrap="square" tIns="67650">
            <a:noAutofit/>
          </a:bodyPr>
          <a:lstStyle/>
          <a:p>
            <a:pPr indent="0" lvl="0" marL="0" rtl="0" algn="ctr">
              <a:spcBef>
                <a:spcPts val="0"/>
              </a:spcBef>
              <a:spcAft>
                <a:spcPts val="0"/>
              </a:spcAft>
              <a:buNone/>
            </a:pPr>
            <a:r>
              <a:t/>
            </a:r>
            <a:endParaRPr sz="1035">
              <a:latin typeface="Inter"/>
              <a:ea typeface="Inter"/>
              <a:cs typeface="Inter"/>
              <a:sym typeface="Inter"/>
            </a:endParaRPr>
          </a:p>
        </p:txBody>
      </p:sp>
      <p:sp>
        <p:nvSpPr>
          <p:cNvPr id="631" name="Google Shape;631;p55"/>
          <p:cNvSpPr/>
          <p:nvPr/>
        </p:nvSpPr>
        <p:spPr>
          <a:xfrm>
            <a:off x="5254050" y="3034676"/>
            <a:ext cx="418800" cy="409500"/>
          </a:xfrm>
          <a:prstGeom prst="rect">
            <a:avLst/>
          </a:prstGeom>
          <a:solidFill>
            <a:schemeClr val="accent4"/>
          </a:solidFill>
          <a:ln cap="flat" cmpd="sng" w="7025">
            <a:solidFill>
              <a:schemeClr val="dk2"/>
            </a:solidFill>
            <a:prstDash val="solid"/>
            <a:round/>
            <a:headEnd len="sm" w="sm" type="none"/>
            <a:tailEnd len="sm" w="sm" type="none"/>
          </a:ln>
        </p:spPr>
        <p:txBody>
          <a:bodyPr anchorCtr="0" anchor="ctr" bIns="67650" lIns="67650" spcFirstLastPara="1" rIns="67650" wrap="square" tIns="67650">
            <a:noAutofit/>
          </a:bodyPr>
          <a:lstStyle/>
          <a:p>
            <a:pPr indent="0" lvl="0" marL="0" rtl="0" algn="ctr">
              <a:spcBef>
                <a:spcPts val="0"/>
              </a:spcBef>
              <a:spcAft>
                <a:spcPts val="0"/>
              </a:spcAft>
              <a:buNone/>
            </a:pPr>
            <a:r>
              <a:t/>
            </a:r>
            <a:endParaRPr sz="1035">
              <a:latin typeface="Inter"/>
              <a:ea typeface="Inter"/>
              <a:cs typeface="Inter"/>
              <a:sym typeface="Inter"/>
            </a:endParaRPr>
          </a:p>
        </p:txBody>
      </p:sp>
      <p:sp>
        <p:nvSpPr>
          <p:cNvPr id="632" name="Google Shape;632;p55"/>
          <p:cNvSpPr/>
          <p:nvPr/>
        </p:nvSpPr>
        <p:spPr>
          <a:xfrm>
            <a:off x="5746399" y="3034676"/>
            <a:ext cx="418800" cy="409500"/>
          </a:xfrm>
          <a:prstGeom prst="rect">
            <a:avLst/>
          </a:prstGeom>
          <a:solidFill>
            <a:schemeClr val="accent4"/>
          </a:solidFill>
          <a:ln cap="flat" cmpd="sng" w="7025">
            <a:solidFill>
              <a:schemeClr val="dk2"/>
            </a:solidFill>
            <a:prstDash val="solid"/>
            <a:round/>
            <a:headEnd len="sm" w="sm" type="none"/>
            <a:tailEnd len="sm" w="sm" type="none"/>
          </a:ln>
        </p:spPr>
        <p:txBody>
          <a:bodyPr anchorCtr="0" anchor="ctr" bIns="67650" lIns="67650" spcFirstLastPara="1" rIns="67650" wrap="square" tIns="67650">
            <a:noAutofit/>
          </a:bodyPr>
          <a:lstStyle/>
          <a:p>
            <a:pPr indent="0" lvl="0" marL="0" rtl="0" algn="ctr">
              <a:spcBef>
                <a:spcPts val="0"/>
              </a:spcBef>
              <a:spcAft>
                <a:spcPts val="0"/>
              </a:spcAft>
              <a:buNone/>
            </a:pPr>
            <a:r>
              <a:t/>
            </a:r>
            <a:endParaRPr sz="1035">
              <a:latin typeface="Inter"/>
              <a:ea typeface="Inter"/>
              <a:cs typeface="Inter"/>
              <a:sym typeface="Inter"/>
            </a:endParaRPr>
          </a:p>
        </p:txBody>
      </p:sp>
      <p:sp>
        <p:nvSpPr>
          <p:cNvPr id="633" name="Google Shape;633;p55"/>
          <p:cNvSpPr/>
          <p:nvPr/>
        </p:nvSpPr>
        <p:spPr>
          <a:xfrm>
            <a:off x="6246946" y="2551358"/>
            <a:ext cx="418800" cy="418800"/>
          </a:xfrm>
          <a:prstGeom prst="rect">
            <a:avLst/>
          </a:prstGeom>
          <a:solidFill>
            <a:schemeClr val="lt1"/>
          </a:solidFill>
          <a:ln cap="flat" cmpd="sng" w="7025">
            <a:solidFill>
              <a:schemeClr val="dk2"/>
            </a:solidFill>
            <a:prstDash val="solid"/>
            <a:round/>
            <a:headEnd len="sm" w="sm" type="none"/>
            <a:tailEnd len="sm" w="sm" type="none"/>
          </a:ln>
        </p:spPr>
        <p:txBody>
          <a:bodyPr anchorCtr="0" anchor="ctr" bIns="67650" lIns="67650" spcFirstLastPara="1" rIns="67650" wrap="square" tIns="67650">
            <a:noAutofit/>
          </a:bodyPr>
          <a:lstStyle/>
          <a:p>
            <a:pPr indent="0" lvl="0" marL="0" rtl="0" algn="ctr">
              <a:spcBef>
                <a:spcPts val="0"/>
              </a:spcBef>
              <a:spcAft>
                <a:spcPts val="0"/>
              </a:spcAft>
              <a:buNone/>
            </a:pPr>
            <a:r>
              <a:t/>
            </a:r>
            <a:endParaRPr sz="1035">
              <a:latin typeface="Inter"/>
              <a:ea typeface="Inter"/>
              <a:cs typeface="Inter"/>
              <a:sym typeface="Inter"/>
            </a:endParaRPr>
          </a:p>
        </p:txBody>
      </p:sp>
      <p:sp>
        <p:nvSpPr>
          <p:cNvPr id="634" name="Google Shape;634;p55"/>
          <p:cNvSpPr/>
          <p:nvPr/>
        </p:nvSpPr>
        <p:spPr>
          <a:xfrm>
            <a:off x="6731113" y="2551358"/>
            <a:ext cx="418800" cy="418800"/>
          </a:xfrm>
          <a:prstGeom prst="rect">
            <a:avLst/>
          </a:prstGeom>
          <a:solidFill>
            <a:schemeClr val="lt2"/>
          </a:solidFill>
          <a:ln cap="flat" cmpd="sng" w="7025">
            <a:solidFill>
              <a:schemeClr val="dk2"/>
            </a:solidFill>
            <a:prstDash val="solid"/>
            <a:round/>
            <a:headEnd len="sm" w="sm" type="none"/>
            <a:tailEnd len="sm" w="sm" type="none"/>
          </a:ln>
        </p:spPr>
        <p:txBody>
          <a:bodyPr anchorCtr="0" anchor="ctr" bIns="67650" lIns="67650" spcFirstLastPara="1" rIns="67650" wrap="square" tIns="67650">
            <a:noAutofit/>
          </a:bodyPr>
          <a:lstStyle/>
          <a:p>
            <a:pPr indent="0" lvl="0" marL="0" rtl="0" algn="ctr">
              <a:spcBef>
                <a:spcPts val="0"/>
              </a:spcBef>
              <a:spcAft>
                <a:spcPts val="0"/>
              </a:spcAft>
              <a:buNone/>
            </a:pPr>
            <a:r>
              <a:t/>
            </a:r>
            <a:endParaRPr sz="1035">
              <a:latin typeface="Inter"/>
              <a:ea typeface="Inter"/>
              <a:cs typeface="Inter"/>
              <a:sym typeface="Inter"/>
            </a:endParaRPr>
          </a:p>
        </p:txBody>
      </p:sp>
      <p:sp>
        <p:nvSpPr>
          <p:cNvPr id="635" name="Google Shape;635;p55"/>
          <p:cNvSpPr/>
          <p:nvPr/>
        </p:nvSpPr>
        <p:spPr>
          <a:xfrm>
            <a:off x="6238764" y="3034676"/>
            <a:ext cx="418800" cy="409500"/>
          </a:xfrm>
          <a:prstGeom prst="rect">
            <a:avLst/>
          </a:prstGeom>
          <a:solidFill>
            <a:schemeClr val="lt2"/>
          </a:solidFill>
          <a:ln cap="flat" cmpd="sng" w="7025">
            <a:solidFill>
              <a:schemeClr val="dk2"/>
            </a:solidFill>
            <a:prstDash val="solid"/>
            <a:round/>
            <a:headEnd len="sm" w="sm" type="none"/>
            <a:tailEnd len="sm" w="sm" type="none"/>
          </a:ln>
        </p:spPr>
        <p:txBody>
          <a:bodyPr anchorCtr="0" anchor="ctr" bIns="67650" lIns="67650" spcFirstLastPara="1" rIns="67650" wrap="square" tIns="67650">
            <a:noAutofit/>
          </a:bodyPr>
          <a:lstStyle/>
          <a:p>
            <a:pPr indent="0" lvl="0" marL="0" rtl="0" algn="ctr">
              <a:spcBef>
                <a:spcPts val="0"/>
              </a:spcBef>
              <a:spcAft>
                <a:spcPts val="0"/>
              </a:spcAft>
              <a:buNone/>
            </a:pPr>
            <a:r>
              <a:t/>
            </a:r>
            <a:endParaRPr sz="1035">
              <a:latin typeface="Inter"/>
              <a:ea typeface="Inter"/>
              <a:cs typeface="Inter"/>
              <a:sym typeface="Inter"/>
            </a:endParaRPr>
          </a:p>
        </p:txBody>
      </p:sp>
      <p:sp>
        <p:nvSpPr>
          <p:cNvPr id="636" name="Google Shape;636;p55"/>
          <p:cNvSpPr/>
          <p:nvPr/>
        </p:nvSpPr>
        <p:spPr>
          <a:xfrm>
            <a:off x="6731113" y="3034676"/>
            <a:ext cx="418800" cy="409500"/>
          </a:xfrm>
          <a:prstGeom prst="rect">
            <a:avLst/>
          </a:prstGeom>
          <a:solidFill>
            <a:schemeClr val="lt1"/>
          </a:solidFill>
          <a:ln cap="flat" cmpd="sng" w="7025">
            <a:solidFill>
              <a:schemeClr val="dk2"/>
            </a:solidFill>
            <a:prstDash val="solid"/>
            <a:round/>
            <a:headEnd len="sm" w="sm" type="none"/>
            <a:tailEnd len="sm" w="sm" type="none"/>
          </a:ln>
        </p:spPr>
        <p:txBody>
          <a:bodyPr anchorCtr="0" anchor="ctr" bIns="67650" lIns="67650" spcFirstLastPara="1" rIns="67650" wrap="square" tIns="67650">
            <a:noAutofit/>
          </a:bodyPr>
          <a:lstStyle/>
          <a:p>
            <a:pPr indent="0" lvl="0" marL="0" rtl="0" algn="ctr">
              <a:spcBef>
                <a:spcPts val="0"/>
              </a:spcBef>
              <a:spcAft>
                <a:spcPts val="0"/>
              </a:spcAft>
              <a:buNone/>
            </a:pPr>
            <a:r>
              <a:t/>
            </a:r>
            <a:endParaRPr sz="1035">
              <a:latin typeface="Inter"/>
              <a:ea typeface="Inter"/>
              <a:cs typeface="Inter"/>
              <a:sym typeface="Inter"/>
            </a:endParaRPr>
          </a:p>
        </p:txBody>
      </p:sp>
      <p:sp>
        <p:nvSpPr>
          <p:cNvPr id="637" name="Google Shape;637;p55"/>
          <p:cNvSpPr/>
          <p:nvPr/>
        </p:nvSpPr>
        <p:spPr>
          <a:xfrm>
            <a:off x="7207105" y="1593975"/>
            <a:ext cx="418800" cy="418800"/>
          </a:xfrm>
          <a:prstGeom prst="rect">
            <a:avLst/>
          </a:prstGeom>
          <a:solidFill>
            <a:schemeClr val="lt2"/>
          </a:solidFill>
          <a:ln cap="flat" cmpd="sng" w="7025">
            <a:solidFill>
              <a:schemeClr val="dk2"/>
            </a:solidFill>
            <a:prstDash val="solid"/>
            <a:round/>
            <a:headEnd len="sm" w="sm" type="none"/>
            <a:tailEnd len="sm" w="sm" type="none"/>
          </a:ln>
        </p:spPr>
        <p:txBody>
          <a:bodyPr anchorCtr="0" anchor="ctr" bIns="67650" lIns="67650" spcFirstLastPara="1" rIns="67650" wrap="square" tIns="67650">
            <a:noAutofit/>
          </a:bodyPr>
          <a:lstStyle/>
          <a:p>
            <a:pPr indent="0" lvl="0" marL="0" rtl="0" algn="ctr">
              <a:spcBef>
                <a:spcPts val="0"/>
              </a:spcBef>
              <a:spcAft>
                <a:spcPts val="0"/>
              </a:spcAft>
              <a:buNone/>
            </a:pPr>
            <a:r>
              <a:t/>
            </a:r>
            <a:endParaRPr sz="1035">
              <a:latin typeface="Inter"/>
              <a:ea typeface="Inter"/>
              <a:cs typeface="Inter"/>
              <a:sym typeface="Inter"/>
            </a:endParaRPr>
          </a:p>
        </p:txBody>
      </p:sp>
      <p:sp>
        <p:nvSpPr>
          <p:cNvPr id="638" name="Google Shape;638;p55"/>
          <p:cNvSpPr/>
          <p:nvPr/>
        </p:nvSpPr>
        <p:spPr>
          <a:xfrm>
            <a:off x="7215305" y="2077318"/>
            <a:ext cx="418800" cy="409500"/>
          </a:xfrm>
          <a:prstGeom prst="rect">
            <a:avLst/>
          </a:prstGeom>
          <a:solidFill>
            <a:schemeClr val="lt2"/>
          </a:solidFill>
          <a:ln cap="flat" cmpd="sng" w="7025">
            <a:solidFill>
              <a:schemeClr val="dk2"/>
            </a:solidFill>
            <a:prstDash val="solid"/>
            <a:round/>
            <a:headEnd len="sm" w="sm" type="none"/>
            <a:tailEnd len="sm" w="sm" type="none"/>
          </a:ln>
        </p:spPr>
        <p:txBody>
          <a:bodyPr anchorCtr="0" anchor="ctr" bIns="67650" lIns="67650" spcFirstLastPara="1" rIns="67650" wrap="square" tIns="67650">
            <a:noAutofit/>
          </a:bodyPr>
          <a:lstStyle/>
          <a:p>
            <a:pPr indent="0" lvl="0" marL="0" rtl="0" algn="ctr">
              <a:spcBef>
                <a:spcPts val="0"/>
              </a:spcBef>
              <a:spcAft>
                <a:spcPts val="0"/>
              </a:spcAft>
              <a:buNone/>
            </a:pPr>
            <a:r>
              <a:t/>
            </a:r>
            <a:endParaRPr sz="1035">
              <a:latin typeface="Inter"/>
              <a:ea typeface="Inter"/>
              <a:cs typeface="Inter"/>
              <a:sym typeface="Inter"/>
            </a:endParaRPr>
          </a:p>
        </p:txBody>
      </p:sp>
      <p:sp>
        <p:nvSpPr>
          <p:cNvPr id="639" name="Google Shape;639;p55"/>
          <p:cNvSpPr/>
          <p:nvPr/>
        </p:nvSpPr>
        <p:spPr>
          <a:xfrm>
            <a:off x="7223488" y="2551358"/>
            <a:ext cx="418800" cy="418800"/>
          </a:xfrm>
          <a:prstGeom prst="rect">
            <a:avLst/>
          </a:prstGeom>
          <a:solidFill>
            <a:schemeClr val="lt2"/>
          </a:solidFill>
          <a:ln cap="flat" cmpd="sng" w="7025">
            <a:solidFill>
              <a:schemeClr val="dk2"/>
            </a:solidFill>
            <a:prstDash val="solid"/>
            <a:round/>
            <a:headEnd len="sm" w="sm" type="none"/>
            <a:tailEnd len="sm" w="sm" type="none"/>
          </a:ln>
        </p:spPr>
        <p:txBody>
          <a:bodyPr anchorCtr="0" anchor="ctr" bIns="67650" lIns="67650" spcFirstLastPara="1" rIns="67650" wrap="square" tIns="67650">
            <a:noAutofit/>
          </a:bodyPr>
          <a:lstStyle/>
          <a:p>
            <a:pPr indent="0" lvl="0" marL="0" rtl="0" algn="ctr">
              <a:spcBef>
                <a:spcPts val="0"/>
              </a:spcBef>
              <a:spcAft>
                <a:spcPts val="0"/>
              </a:spcAft>
              <a:buNone/>
            </a:pPr>
            <a:r>
              <a:t/>
            </a:r>
            <a:endParaRPr sz="1035">
              <a:latin typeface="Inter"/>
              <a:ea typeface="Inter"/>
              <a:cs typeface="Inter"/>
              <a:sym typeface="Inter"/>
            </a:endParaRPr>
          </a:p>
        </p:txBody>
      </p:sp>
      <p:sp>
        <p:nvSpPr>
          <p:cNvPr id="640" name="Google Shape;640;p55"/>
          <p:cNvSpPr/>
          <p:nvPr/>
        </p:nvSpPr>
        <p:spPr>
          <a:xfrm>
            <a:off x="7223488" y="3034676"/>
            <a:ext cx="418800" cy="409500"/>
          </a:xfrm>
          <a:prstGeom prst="rect">
            <a:avLst/>
          </a:prstGeom>
          <a:solidFill>
            <a:schemeClr val="lt2"/>
          </a:solidFill>
          <a:ln cap="flat" cmpd="sng" w="7025">
            <a:solidFill>
              <a:schemeClr val="dk2"/>
            </a:solidFill>
            <a:prstDash val="solid"/>
            <a:round/>
            <a:headEnd len="sm" w="sm" type="none"/>
            <a:tailEnd len="sm" w="sm" type="none"/>
          </a:ln>
        </p:spPr>
        <p:txBody>
          <a:bodyPr anchorCtr="0" anchor="ctr" bIns="67650" lIns="67650" spcFirstLastPara="1" rIns="67650" wrap="square" tIns="67650">
            <a:noAutofit/>
          </a:bodyPr>
          <a:lstStyle/>
          <a:p>
            <a:pPr indent="0" lvl="0" marL="0" rtl="0" algn="ctr">
              <a:spcBef>
                <a:spcPts val="0"/>
              </a:spcBef>
              <a:spcAft>
                <a:spcPts val="0"/>
              </a:spcAft>
              <a:buNone/>
            </a:pPr>
            <a:r>
              <a:t/>
            </a:r>
            <a:endParaRPr sz="1035">
              <a:latin typeface="Inter"/>
              <a:ea typeface="Inter"/>
              <a:cs typeface="Inter"/>
              <a:sym typeface="Inter"/>
            </a:endParaRPr>
          </a:p>
        </p:txBody>
      </p:sp>
      <p:sp>
        <p:nvSpPr>
          <p:cNvPr id="641" name="Google Shape;641;p55"/>
          <p:cNvSpPr/>
          <p:nvPr/>
        </p:nvSpPr>
        <p:spPr>
          <a:xfrm>
            <a:off x="5262232" y="3508708"/>
            <a:ext cx="418800" cy="418800"/>
          </a:xfrm>
          <a:prstGeom prst="rect">
            <a:avLst/>
          </a:prstGeom>
          <a:solidFill>
            <a:schemeClr val="accent4"/>
          </a:solidFill>
          <a:ln cap="flat" cmpd="sng" w="7025">
            <a:solidFill>
              <a:schemeClr val="dk2"/>
            </a:solidFill>
            <a:prstDash val="solid"/>
            <a:round/>
            <a:headEnd len="sm" w="sm" type="none"/>
            <a:tailEnd len="sm" w="sm" type="none"/>
          </a:ln>
        </p:spPr>
        <p:txBody>
          <a:bodyPr anchorCtr="0" anchor="ctr" bIns="67650" lIns="67650" spcFirstLastPara="1" rIns="67650" wrap="square" tIns="67650">
            <a:noAutofit/>
          </a:bodyPr>
          <a:lstStyle/>
          <a:p>
            <a:pPr indent="0" lvl="0" marL="0" rtl="0" algn="ctr">
              <a:spcBef>
                <a:spcPts val="0"/>
              </a:spcBef>
              <a:spcAft>
                <a:spcPts val="0"/>
              </a:spcAft>
              <a:buNone/>
            </a:pPr>
            <a:r>
              <a:t/>
            </a:r>
            <a:endParaRPr sz="1035">
              <a:latin typeface="Inter"/>
              <a:ea typeface="Inter"/>
              <a:cs typeface="Inter"/>
              <a:sym typeface="Inter"/>
            </a:endParaRPr>
          </a:p>
        </p:txBody>
      </p:sp>
      <p:sp>
        <p:nvSpPr>
          <p:cNvPr id="642" name="Google Shape;642;p55"/>
          <p:cNvSpPr/>
          <p:nvPr/>
        </p:nvSpPr>
        <p:spPr>
          <a:xfrm>
            <a:off x="5746399" y="3508708"/>
            <a:ext cx="418800" cy="418800"/>
          </a:xfrm>
          <a:prstGeom prst="rect">
            <a:avLst/>
          </a:prstGeom>
          <a:solidFill>
            <a:schemeClr val="lt2"/>
          </a:solidFill>
          <a:ln cap="flat" cmpd="sng" w="7025">
            <a:solidFill>
              <a:schemeClr val="dk2"/>
            </a:solidFill>
            <a:prstDash val="solid"/>
            <a:round/>
            <a:headEnd len="sm" w="sm" type="none"/>
            <a:tailEnd len="sm" w="sm" type="none"/>
          </a:ln>
        </p:spPr>
        <p:txBody>
          <a:bodyPr anchorCtr="0" anchor="ctr" bIns="67650" lIns="67650" spcFirstLastPara="1" rIns="67650" wrap="square" tIns="67650">
            <a:noAutofit/>
          </a:bodyPr>
          <a:lstStyle/>
          <a:p>
            <a:pPr indent="0" lvl="0" marL="0" rtl="0" algn="ctr">
              <a:spcBef>
                <a:spcPts val="0"/>
              </a:spcBef>
              <a:spcAft>
                <a:spcPts val="0"/>
              </a:spcAft>
              <a:buNone/>
            </a:pPr>
            <a:r>
              <a:t/>
            </a:r>
            <a:endParaRPr sz="1035">
              <a:latin typeface="Inter"/>
              <a:ea typeface="Inter"/>
              <a:cs typeface="Inter"/>
              <a:sym typeface="Inter"/>
            </a:endParaRPr>
          </a:p>
        </p:txBody>
      </p:sp>
      <p:sp>
        <p:nvSpPr>
          <p:cNvPr id="643" name="Google Shape;643;p55"/>
          <p:cNvSpPr/>
          <p:nvPr/>
        </p:nvSpPr>
        <p:spPr>
          <a:xfrm>
            <a:off x="5254050" y="3992026"/>
            <a:ext cx="418800" cy="409500"/>
          </a:xfrm>
          <a:prstGeom prst="rect">
            <a:avLst/>
          </a:prstGeom>
          <a:solidFill>
            <a:schemeClr val="accent4"/>
          </a:solidFill>
          <a:ln cap="flat" cmpd="sng" w="7025">
            <a:solidFill>
              <a:schemeClr val="dk2"/>
            </a:solidFill>
            <a:prstDash val="solid"/>
            <a:round/>
            <a:headEnd len="sm" w="sm" type="none"/>
            <a:tailEnd len="sm" w="sm" type="none"/>
          </a:ln>
        </p:spPr>
        <p:txBody>
          <a:bodyPr anchorCtr="0" anchor="ctr" bIns="67650" lIns="67650" spcFirstLastPara="1" rIns="67650" wrap="square" tIns="67650">
            <a:noAutofit/>
          </a:bodyPr>
          <a:lstStyle/>
          <a:p>
            <a:pPr indent="0" lvl="0" marL="0" rtl="0" algn="ctr">
              <a:spcBef>
                <a:spcPts val="0"/>
              </a:spcBef>
              <a:spcAft>
                <a:spcPts val="0"/>
              </a:spcAft>
              <a:buNone/>
            </a:pPr>
            <a:r>
              <a:t/>
            </a:r>
            <a:endParaRPr sz="1035">
              <a:latin typeface="Inter"/>
              <a:ea typeface="Inter"/>
              <a:cs typeface="Inter"/>
              <a:sym typeface="Inter"/>
            </a:endParaRPr>
          </a:p>
        </p:txBody>
      </p:sp>
      <p:sp>
        <p:nvSpPr>
          <p:cNvPr id="644" name="Google Shape;644;p55"/>
          <p:cNvSpPr/>
          <p:nvPr/>
        </p:nvSpPr>
        <p:spPr>
          <a:xfrm>
            <a:off x="5746399" y="3992026"/>
            <a:ext cx="418800" cy="409500"/>
          </a:xfrm>
          <a:prstGeom prst="rect">
            <a:avLst/>
          </a:prstGeom>
          <a:solidFill>
            <a:schemeClr val="accent4"/>
          </a:solidFill>
          <a:ln cap="flat" cmpd="sng" w="7025">
            <a:solidFill>
              <a:schemeClr val="dk2"/>
            </a:solidFill>
            <a:prstDash val="solid"/>
            <a:round/>
            <a:headEnd len="sm" w="sm" type="none"/>
            <a:tailEnd len="sm" w="sm" type="none"/>
          </a:ln>
        </p:spPr>
        <p:txBody>
          <a:bodyPr anchorCtr="0" anchor="ctr" bIns="67650" lIns="67650" spcFirstLastPara="1" rIns="67650" wrap="square" tIns="67650">
            <a:noAutofit/>
          </a:bodyPr>
          <a:lstStyle/>
          <a:p>
            <a:pPr indent="0" lvl="0" marL="0" rtl="0" algn="ctr">
              <a:spcBef>
                <a:spcPts val="0"/>
              </a:spcBef>
              <a:spcAft>
                <a:spcPts val="0"/>
              </a:spcAft>
              <a:buNone/>
            </a:pPr>
            <a:r>
              <a:t/>
            </a:r>
            <a:endParaRPr sz="1035">
              <a:latin typeface="Inter"/>
              <a:ea typeface="Inter"/>
              <a:cs typeface="Inter"/>
              <a:sym typeface="Inter"/>
            </a:endParaRPr>
          </a:p>
        </p:txBody>
      </p:sp>
      <p:sp>
        <p:nvSpPr>
          <p:cNvPr id="645" name="Google Shape;645;p55"/>
          <p:cNvSpPr/>
          <p:nvPr/>
        </p:nvSpPr>
        <p:spPr>
          <a:xfrm>
            <a:off x="6246946" y="3508708"/>
            <a:ext cx="418800" cy="418800"/>
          </a:xfrm>
          <a:prstGeom prst="rect">
            <a:avLst/>
          </a:prstGeom>
          <a:solidFill>
            <a:schemeClr val="lt1"/>
          </a:solidFill>
          <a:ln cap="flat" cmpd="sng" w="7025">
            <a:solidFill>
              <a:schemeClr val="dk2"/>
            </a:solidFill>
            <a:prstDash val="solid"/>
            <a:round/>
            <a:headEnd len="sm" w="sm" type="none"/>
            <a:tailEnd len="sm" w="sm" type="none"/>
          </a:ln>
        </p:spPr>
        <p:txBody>
          <a:bodyPr anchorCtr="0" anchor="ctr" bIns="67650" lIns="67650" spcFirstLastPara="1" rIns="67650" wrap="square" tIns="67650">
            <a:noAutofit/>
          </a:bodyPr>
          <a:lstStyle/>
          <a:p>
            <a:pPr indent="0" lvl="0" marL="0" rtl="0" algn="ctr">
              <a:spcBef>
                <a:spcPts val="0"/>
              </a:spcBef>
              <a:spcAft>
                <a:spcPts val="0"/>
              </a:spcAft>
              <a:buNone/>
            </a:pPr>
            <a:r>
              <a:t/>
            </a:r>
            <a:endParaRPr sz="1035">
              <a:latin typeface="Inter"/>
              <a:ea typeface="Inter"/>
              <a:cs typeface="Inter"/>
              <a:sym typeface="Inter"/>
            </a:endParaRPr>
          </a:p>
        </p:txBody>
      </p:sp>
      <p:sp>
        <p:nvSpPr>
          <p:cNvPr id="646" name="Google Shape;646;p55"/>
          <p:cNvSpPr/>
          <p:nvPr/>
        </p:nvSpPr>
        <p:spPr>
          <a:xfrm>
            <a:off x="6731113" y="3508708"/>
            <a:ext cx="418800" cy="418800"/>
          </a:xfrm>
          <a:prstGeom prst="rect">
            <a:avLst/>
          </a:prstGeom>
          <a:solidFill>
            <a:schemeClr val="lt2"/>
          </a:solidFill>
          <a:ln cap="flat" cmpd="sng" w="7025">
            <a:solidFill>
              <a:schemeClr val="dk2"/>
            </a:solidFill>
            <a:prstDash val="solid"/>
            <a:round/>
            <a:headEnd len="sm" w="sm" type="none"/>
            <a:tailEnd len="sm" w="sm" type="none"/>
          </a:ln>
        </p:spPr>
        <p:txBody>
          <a:bodyPr anchorCtr="0" anchor="ctr" bIns="67650" lIns="67650" spcFirstLastPara="1" rIns="67650" wrap="square" tIns="67650">
            <a:noAutofit/>
          </a:bodyPr>
          <a:lstStyle/>
          <a:p>
            <a:pPr indent="0" lvl="0" marL="0" rtl="0" algn="ctr">
              <a:spcBef>
                <a:spcPts val="0"/>
              </a:spcBef>
              <a:spcAft>
                <a:spcPts val="0"/>
              </a:spcAft>
              <a:buNone/>
            </a:pPr>
            <a:r>
              <a:t/>
            </a:r>
            <a:endParaRPr sz="1035">
              <a:latin typeface="Inter"/>
              <a:ea typeface="Inter"/>
              <a:cs typeface="Inter"/>
              <a:sym typeface="Inter"/>
            </a:endParaRPr>
          </a:p>
        </p:txBody>
      </p:sp>
      <p:sp>
        <p:nvSpPr>
          <p:cNvPr id="647" name="Google Shape;647;p55"/>
          <p:cNvSpPr/>
          <p:nvPr/>
        </p:nvSpPr>
        <p:spPr>
          <a:xfrm>
            <a:off x="6238764" y="3992026"/>
            <a:ext cx="418800" cy="409500"/>
          </a:xfrm>
          <a:prstGeom prst="rect">
            <a:avLst/>
          </a:prstGeom>
          <a:solidFill>
            <a:schemeClr val="lt2"/>
          </a:solidFill>
          <a:ln cap="flat" cmpd="sng" w="7025">
            <a:solidFill>
              <a:schemeClr val="dk2"/>
            </a:solidFill>
            <a:prstDash val="solid"/>
            <a:round/>
            <a:headEnd len="sm" w="sm" type="none"/>
            <a:tailEnd len="sm" w="sm" type="none"/>
          </a:ln>
        </p:spPr>
        <p:txBody>
          <a:bodyPr anchorCtr="0" anchor="ctr" bIns="67650" lIns="67650" spcFirstLastPara="1" rIns="67650" wrap="square" tIns="67650">
            <a:noAutofit/>
          </a:bodyPr>
          <a:lstStyle/>
          <a:p>
            <a:pPr indent="0" lvl="0" marL="0" rtl="0" algn="ctr">
              <a:spcBef>
                <a:spcPts val="0"/>
              </a:spcBef>
              <a:spcAft>
                <a:spcPts val="0"/>
              </a:spcAft>
              <a:buNone/>
            </a:pPr>
            <a:r>
              <a:t/>
            </a:r>
            <a:endParaRPr sz="1035">
              <a:latin typeface="Inter"/>
              <a:ea typeface="Inter"/>
              <a:cs typeface="Inter"/>
              <a:sym typeface="Inter"/>
            </a:endParaRPr>
          </a:p>
        </p:txBody>
      </p:sp>
      <p:sp>
        <p:nvSpPr>
          <p:cNvPr id="648" name="Google Shape;648;p55"/>
          <p:cNvSpPr/>
          <p:nvPr/>
        </p:nvSpPr>
        <p:spPr>
          <a:xfrm>
            <a:off x="6731113" y="3992026"/>
            <a:ext cx="418800" cy="409500"/>
          </a:xfrm>
          <a:prstGeom prst="rect">
            <a:avLst/>
          </a:prstGeom>
          <a:solidFill>
            <a:schemeClr val="lt2"/>
          </a:solidFill>
          <a:ln cap="flat" cmpd="sng" w="7025">
            <a:solidFill>
              <a:schemeClr val="dk2"/>
            </a:solidFill>
            <a:prstDash val="solid"/>
            <a:round/>
            <a:headEnd len="sm" w="sm" type="none"/>
            <a:tailEnd len="sm" w="sm" type="none"/>
          </a:ln>
        </p:spPr>
        <p:txBody>
          <a:bodyPr anchorCtr="0" anchor="ctr" bIns="67650" lIns="67650" spcFirstLastPara="1" rIns="67650" wrap="square" tIns="67650">
            <a:noAutofit/>
          </a:bodyPr>
          <a:lstStyle/>
          <a:p>
            <a:pPr indent="0" lvl="0" marL="0" rtl="0" algn="ctr">
              <a:spcBef>
                <a:spcPts val="0"/>
              </a:spcBef>
              <a:spcAft>
                <a:spcPts val="0"/>
              </a:spcAft>
              <a:buNone/>
            </a:pPr>
            <a:r>
              <a:t/>
            </a:r>
            <a:endParaRPr sz="1035">
              <a:latin typeface="Inter"/>
              <a:ea typeface="Inter"/>
              <a:cs typeface="Inter"/>
              <a:sym typeface="Inter"/>
            </a:endParaRPr>
          </a:p>
        </p:txBody>
      </p:sp>
      <p:sp>
        <p:nvSpPr>
          <p:cNvPr id="649" name="Google Shape;649;p55"/>
          <p:cNvSpPr/>
          <p:nvPr/>
        </p:nvSpPr>
        <p:spPr>
          <a:xfrm>
            <a:off x="7223488" y="3508708"/>
            <a:ext cx="418800" cy="418800"/>
          </a:xfrm>
          <a:prstGeom prst="rect">
            <a:avLst/>
          </a:prstGeom>
          <a:solidFill>
            <a:schemeClr val="lt2"/>
          </a:solidFill>
          <a:ln cap="flat" cmpd="sng" w="7025">
            <a:solidFill>
              <a:schemeClr val="dk2"/>
            </a:solidFill>
            <a:prstDash val="solid"/>
            <a:round/>
            <a:headEnd len="sm" w="sm" type="none"/>
            <a:tailEnd len="sm" w="sm" type="none"/>
          </a:ln>
        </p:spPr>
        <p:txBody>
          <a:bodyPr anchorCtr="0" anchor="ctr" bIns="67650" lIns="67650" spcFirstLastPara="1" rIns="67650" wrap="square" tIns="67650">
            <a:noAutofit/>
          </a:bodyPr>
          <a:lstStyle/>
          <a:p>
            <a:pPr indent="0" lvl="0" marL="0" rtl="0" algn="ctr">
              <a:spcBef>
                <a:spcPts val="0"/>
              </a:spcBef>
              <a:spcAft>
                <a:spcPts val="0"/>
              </a:spcAft>
              <a:buNone/>
            </a:pPr>
            <a:r>
              <a:t/>
            </a:r>
            <a:endParaRPr sz="1035">
              <a:latin typeface="Inter"/>
              <a:ea typeface="Inter"/>
              <a:cs typeface="Inter"/>
              <a:sym typeface="Inter"/>
            </a:endParaRPr>
          </a:p>
        </p:txBody>
      </p:sp>
      <p:sp>
        <p:nvSpPr>
          <p:cNvPr id="650" name="Google Shape;650;p55"/>
          <p:cNvSpPr/>
          <p:nvPr/>
        </p:nvSpPr>
        <p:spPr>
          <a:xfrm>
            <a:off x="7223488" y="3992026"/>
            <a:ext cx="418800" cy="409500"/>
          </a:xfrm>
          <a:prstGeom prst="rect">
            <a:avLst/>
          </a:prstGeom>
          <a:solidFill>
            <a:schemeClr val="lt2"/>
          </a:solidFill>
          <a:ln cap="flat" cmpd="sng" w="7025">
            <a:solidFill>
              <a:schemeClr val="dk2"/>
            </a:solidFill>
            <a:prstDash val="solid"/>
            <a:round/>
            <a:headEnd len="sm" w="sm" type="none"/>
            <a:tailEnd len="sm" w="sm" type="none"/>
          </a:ln>
        </p:spPr>
        <p:txBody>
          <a:bodyPr anchorCtr="0" anchor="ctr" bIns="67650" lIns="67650" spcFirstLastPara="1" rIns="67650" wrap="square" tIns="67650">
            <a:noAutofit/>
          </a:bodyPr>
          <a:lstStyle/>
          <a:p>
            <a:pPr indent="0" lvl="0" marL="0" rtl="0" algn="ctr">
              <a:spcBef>
                <a:spcPts val="0"/>
              </a:spcBef>
              <a:spcAft>
                <a:spcPts val="0"/>
              </a:spcAft>
              <a:buNone/>
            </a:pPr>
            <a:r>
              <a:t/>
            </a:r>
            <a:endParaRPr sz="1035">
              <a:latin typeface="Inter"/>
              <a:ea typeface="Inter"/>
              <a:cs typeface="Inter"/>
              <a:sym typeface="Inter"/>
            </a:endParaRPr>
          </a:p>
        </p:txBody>
      </p:sp>
      <p:sp>
        <p:nvSpPr>
          <p:cNvPr id="651" name="Google Shape;651;p55"/>
          <p:cNvSpPr txBox="1"/>
          <p:nvPr/>
        </p:nvSpPr>
        <p:spPr>
          <a:xfrm>
            <a:off x="1059250" y="4110225"/>
            <a:ext cx="2932800" cy="46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Inter"/>
                <a:ea typeface="Inter"/>
                <a:cs typeface="Inter"/>
                <a:sym typeface="Inter"/>
              </a:rPr>
              <a:t>We are currently working on typing 2xn boards. </a:t>
            </a:r>
            <a:endParaRPr sz="1200">
              <a:solidFill>
                <a:schemeClr val="lt1"/>
              </a:solidFill>
              <a:latin typeface="Inter"/>
              <a:ea typeface="Inter"/>
              <a:cs typeface="Inter"/>
              <a:sym typeface="Inter"/>
            </a:endParaRPr>
          </a:p>
        </p:txBody>
      </p:sp>
      <p:sp>
        <p:nvSpPr>
          <p:cNvPr id="652" name="Google Shape;652;p55"/>
          <p:cNvSpPr txBox="1"/>
          <p:nvPr/>
        </p:nvSpPr>
        <p:spPr>
          <a:xfrm>
            <a:off x="5109775" y="4505400"/>
            <a:ext cx="2809800" cy="40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Inter"/>
                <a:ea typeface="Inter"/>
                <a:cs typeface="Inter"/>
                <a:sym typeface="Inter"/>
              </a:rPr>
              <a:t>Can we modify Stickerbook to make analysis easier?</a:t>
            </a:r>
            <a:endParaRPr sz="1200">
              <a:solidFill>
                <a:schemeClr val="lt1"/>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name="Workshop Facilitation">
  <a:themeElements>
    <a:clrScheme name="Simple Light">
      <a:dk1>
        <a:srgbClr val="10100F"/>
      </a:dk1>
      <a:lt1>
        <a:srgbClr val="F8F3EC"/>
      </a:lt1>
      <a:dk2>
        <a:srgbClr val="810100"/>
      </a:dk2>
      <a:lt2>
        <a:srgbClr val="F8F3EC"/>
      </a:lt2>
      <a:accent1>
        <a:srgbClr val="B82D2D"/>
      </a:accent1>
      <a:accent2>
        <a:srgbClr val="FB6058"/>
      </a:accent2>
      <a:accent3>
        <a:srgbClr val="FFD979"/>
      </a:accent3>
      <a:accent4>
        <a:srgbClr val="FFADA8"/>
      </a:accent4>
      <a:accent5>
        <a:srgbClr val="570100"/>
      </a:accent5>
      <a:accent6>
        <a:srgbClr val="303030"/>
      </a:accent6>
      <a:hlink>
        <a:srgbClr val="FC605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